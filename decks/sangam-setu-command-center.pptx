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6abf8416864270" /><Relationship Type="http://schemas.openxmlformats.org/officeDocument/2006/relationships/extended-properties" Target="/docProps/app.xml" Id="R5de6d6bd9f7245a3" /><Relationship Type="http://schemas.openxmlformats.org/officeDocument/2006/relationships/officeDocument" Target="/ppt/presentation.xml" Id="Rf3aedabeeba948ef" /></Relationships>
</file>

<file path=ppt/presentation.xml><?xml version="1.0" encoding="utf-8"?>
<p:presentation xmlns:p="http://schemas.openxmlformats.org/presentationml/2006/main">
  <p:sldMasterIdLst>
    <p:sldMasterId xmlns:r="http://schemas.openxmlformats.org/officeDocument/2006/relationships" id="2147483648" r:id="R28519c54b9694224"/>
  </p:sldMasterIdLst>
  <p:notesMasterIdLst>
    <p:notesMasterId xmlns:r="http://schemas.openxmlformats.org/officeDocument/2006/relationships" r:id="R14c9422044e84e67"/>
  </p:notesMasterIdLst>
  <p:sldIdLst>
    <p:sldId xmlns:r="http://schemas.openxmlformats.org/officeDocument/2006/relationships" id="256" r:id="R134d752600d0437b"/>
    <p:sldId xmlns:r="http://schemas.openxmlformats.org/officeDocument/2006/relationships" id="257" r:id="R83439331e85d4f98"/>
    <p:sldId xmlns:r="http://schemas.openxmlformats.org/officeDocument/2006/relationships" id="258" r:id="R18ef737f651a4e78"/>
    <p:sldId xmlns:r="http://schemas.openxmlformats.org/officeDocument/2006/relationships" id="259" r:id="R0c2c1e8e15bf4f18"/>
    <p:sldId xmlns:r="http://schemas.openxmlformats.org/officeDocument/2006/relationships" id="260" r:id="R34938d0d0ac84a9a"/>
    <p:sldId xmlns:r="http://schemas.openxmlformats.org/officeDocument/2006/relationships" id="261" r:id="Rcab072ffe48d4e42"/>
    <p:sldId xmlns:r="http://schemas.openxmlformats.org/officeDocument/2006/relationships" id="262" r:id="R4f2376959bae4aa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a2d2411933e4a64" /><Relationship Type="http://schemas.openxmlformats.org/officeDocument/2006/relationships/slideMaster" Target="/ppt/slideMasters/slideMaster1.xml" Id="R28519c54b9694224" /><Relationship Type="http://schemas.openxmlformats.org/officeDocument/2006/relationships/notesMaster" Target="/ppt/notesMasters/notesMaster1.xml" Id="R14c9422044e84e67" /><Relationship Type="http://schemas.openxmlformats.org/officeDocument/2006/relationships/presProps" Target="/ppt/presProps.xml" Id="R3fb5412bd665400f" /><Relationship Type="http://schemas.openxmlformats.org/officeDocument/2006/relationships/viewProps" Target="/ppt/viewProps.xml" Id="R74acbf733b614f2d" /><Relationship Type="http://schemas.openxmlformats.org/officeDocument/2006/relationships/tableStyles" Target="/ppt/tableStyles.xml" Id="Ra818c6e7ede64493" /><Relationship Type="http://schemas.openxmlformats.org/officeDocument/2006/relationships/slide" Target="/ppt/slides/slide1.xml" Id="R134d752600d0437b" /><Relationship Type="http://schemas.openxmlformats.org/officeDocument/2006/relationships/slide" Target="/ppt/slides/slide2.xml" Id="R83439331e85d4f98" /><Relationship Type="http://schemas.openxmlformats.org/officeDocument/2006/relationships/slide" Target="/ppt/slides/slide3.xml" Id="R18ef737f651a4e78" /><Relationship Type="http://schemas.openxmlformats.org/officeDocument/2006/relationships/slide" Target="/ppt/slides/slide4.xml" Id="R0c2c1e8e15bf4f18" /><Relationship Type="http://schemas.openxmlformats.org/officeDocument/2006/relationships/slide" Target="/ppt/slides/slide5.xml" Id="R34938d0d0ac84a9a" /><Relationship Type="http://schemas.openxmlformats.org/officeDocument/2006/relationships/slide" Target="/ppt/slides/slide6.xml" Id="Rcab072ffe48d4e42" /><Relationship Type="http://schemas.openxmlformats.org/officeDocument/2006/relationships/slide" Target="/ppt/slides/slide7.xml" Id="R4f2376959bae4a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e88ed3781d4a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a7ef18c5a346c7" /><Relationship Type="http://schemas.openxmlformats.org/officeDocument/2006/relationships/notesMaster" Target="/ppt/notesMasters/notesMaster1.xml" Id="R96d26d8e94c742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a0996b396c45ba" /><Relationship Type="http://schemas.openxmlformats.org/officeDocument/2006/relationships/notesMaster" Target="/ppt/notesMasters/notesMaster1.xml" Id="Rf01e1cddb4a84c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8776e2337c4cf7" /><Relationship Type="http://schemas.openxmlformats.org/officeDocument/2006/relationships/notesMaster" Target="/ppt/notesMasters/notesMaster1.xml" Id="Ra0d6393e4c0c4f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b9276e252a4a7d" /><Relationship Type="http://schemas.openxmlformats.org/officeDocument/2006/relationships/notesMaster" Target="/ppt/notesMasters/notesMaster1.xml" Id="Rc8c53e721bdc4a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72936a5f804650" /><Relationship Type="http://schemas.openxmlformats.org/officeDocument/2006/relationships/notesMaster" Target="/ppt/notesMasters/notesMaster1.xml" Id="R4aa107ec3cf14d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80532f40564ff6" /><Relationship Type="http://schemas.openxmlformats.org/officeDocument/2006/relationships/notesMaster" Target="/ppt/notesMasters/notesMaster1.xml" Id="R57776a75dcaa40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341f1f12c34520" /><Relationship Type="http://schemas.openxmlformats.org/officeDocument/2006/relationships/notesMaster" Target="/ppt/notesMasters/notesMaster1.xml" Id="Rfcd68f20276847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e1b072bf4a44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9b6fe207284fb7" /><Relationship Type="http://schemas.openxmlformats.org/officeDocument/2006/relationships/slideLayout" Target="/ppt/slideLayouts/slideLayout1.xml" Id="R46a04d9676094a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a04d9676094a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422ceca61d4b5f" /><Relationship Type="http://schemas.openxmlformats.org/officeDocument/2006/relationships/notesSlide" Target="/ppt/notesSlides/notesSlide1.xml" Id="Rd86b171fde6046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8521c52e00496d" /><Relationship Type="http://schemas.openxmlformats.org/officeDocument/2006/relationships/notesSlide" Target="/ppt/notesSlides/notesSlide2.xml" Id="R4cf791feaad540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f7c5323b684706" /><Relationship Type="http://schemas.openxmlformats.org/officeDocument/2006/relationships/notesSlide" Target="/ppt/notesSlides/notesSlide3.xml" Id="R1d191450e4ef4f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727079b00444b5" /><Relationship Type="http://schemas.openxmlformats.org/officeDocument/2006/relationships/notesSlide" Target="/ppt/notesSlides/notesSlide4.xml" Id="Rf8c086396d7c47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bb2048393747c1" /><Relationship Type="http://schemas.openxmlformats.org/officeDocument/2006/relationships/notesSlide" Target="/ppt/notesSlides/notesSlide5.xml" Id="Ra6f4bd4d073e4d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ebfb18ddab4c5c" /><Relationship Type="http://schemas.openxmlformats.org/officeDocument/2006/relationships/notesSlide" Target="/ppt/notesSlides/notesSlide6.xml" Id="Raf58920ed61f4c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60e203442cb478c" /><Relationship Type="http://schemas.openxmlformats.org/officeDocument/2006/relationships/notesSlide" Target="/ppt/notesSlides/notesSlide7.xml" Id="R84b846bd259b4e6d" /></Relationships>
</file>

<file path=ppt/slides/slide1.xml><?xml version="1.0" encoding="utf-8"?>
<p:sld xmlns:p="http://schemas.openxmlformats.org/presentationml/2006/main">
  <p:cSld>
    <p:bg>
      <p:bgPr>
        <a:solidFill xmlns:a="http://schemas.openxmlformats.org/drawingml/2006/main">
          <a:srgbClr val="101214"/>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7BD59A-9C60-4DF9-935E-20F09EF41D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214"/>
          </a:solidFill>
        </p:spPr>
      </p:sp>
      <p:sp>
        <p:nvSpPr>
          <p:cNvPr id="2" name="">
            <a:extLst xmlns:a="http://schemas.openxmlformats.org/drawingml/2006/main">
              <a:ext uri="{FF2B5EF4-FFF2-40B4-BE49-F238E27FC236}">
                <a16:creationId xmlns:a16="http://schemas.microsoft.com/office/drawing/2014/main" id="{CE76C738-5C9D-4334-8D22-414503978989}"/>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p:spPr>
      </p:sp>
      <p:sp>
        <p:nvSpPr>
          <p:cNvPr id="3" name="">
            <a:extLst xmlns:a="http://schemas.openxmlformats.org/drawingml/2006/main">
              <a:ext uri="{FF2B5EF4-FFF2-40B4-BE49-F238E27FC236}">
                <a16:creationId xmlns:a16="http://schemas.microsoft.com/office/drawing/2014/main" id="{098EDF26-3A34-4B8A-9D9B-B8A8AD54BCB5}"/>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p:spPr>
      </p:sp>
      <p:sp>
        <p:nvSpPr>
          <p:cNvPr id="4" name="">
            <a:extLst xmlns:a="http://schemas.openxmlformats.org/drawingml/2006/main">
              <a:ext uri="{FF2B5EF4-FFF2-40B4-BE49-F238E27FC236}">
                <a16:creationId xmlns:a16="http://schemas.microsoft.com/office/drawing/2014/main" id="{86126D4A-299A-4D69-B7BC-91AFE7B5D6A7}"/>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p:spPr>
      </p:sp>
      <p:sp>
        <p:nvSpPr>
          <p:cNvPr id="5" name="">
            <a:extLst xmlns:a="http://schemas.openxmlformats.org/drawingml/2006/main">
              <a:ext uri="{FF2B5EF4-FFF2-40B4-BE49-F238E27FC236}">
                <a16:creationId xmlns:a16="http://schemas.microsoft.com/office/drawing/2014/main" id="{9393E21C-4A19-48AA-8F00-9C0EDE052279}"/>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p:spPr>
      </p:sp>
      <p:sp>
        <p:nvSpPr>
          <p:cNvPr id="6" name="">
            <a:extLst xmlns:a="http://schemas.openxmlformats.org/drawingml/2006/main">
              <a:ext uri="{FF2B5EF4-FFF2-40B4-BE49-F238E27FC236}">
                <a16:creationId xmlns:a16="http://schemas.microsoft.com/office/drawing/2014/main" id="{D576FCE6-C210-49D0-BAB2-CE30B7706B1E}"/>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p:spPr>
      </p:sp>
      <p:sp>
        <p:nvSpPr>
          <p:cNvPr id="7" name="">
            <a:extLst xmlns:a="http://schemas.openxmlformats.org/drawingml/2006/main">
              <a:ext uri="{FF2B5EF4-FFF2-40B4-BE49-F238E27FC236}">
                <a16:creationId xmlns:a16="http://schemas.microsoft.com/office/drawing/2014/main" id="{995C5CFA-BD0F-42EF-B130-7BDBE91A9BAA}"/>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p:spPr>
      </p:sp>
      <p:sp>
        <p:nvSpPr>
          <p:cNvPr id="8" name="">
            <a:extLst xmlns:a="http://schemas.openxmlformats.org/drawingml/2006/main">
              <a:ext uri="{FF2B5EF4-FFF2-40B4-BE49-F238E27FC236}">
                <a16:creationId xmlns:a16="http://schemas.microsoft.com/office/drawing/2014/main" id="{B5490BA4-9F1C-4F57-8C4F-5D00EF4F6FF0}"/>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p:spPr>
      </p:sp>
      <p:sp>
        <p:nvSpPr>
          <p:cNvPr id="9" name="">
            <a:extLst xmlns:a="http://schemas.openxmlformats.org/drawingml/2006/main">
              <a:ext uri="{FF2B5EF4-FFF2-40B4-BE49-F238E27FC236}">
                <a16:creationId xmlns:a16="http://schemas.microsoft.com/office/drawing/2014/main" id="{906F2579-4F59-45D2-BE24-2A81E8A72AFA}"/>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p:spPr>
      </p:sp>
      <p:sp>
        <p:nvSpPr>
          <p:cNvPr id="10" name="">
            <a:extLst xmlns:a="http://schemas.openxmlformats.org/drawingml/2006/main">
              <a:ext uri="{FF2B5EF4-FFF2-40B4-BE49-F238E27FC236}">
                <a16:creationId xmlns:a16="http://schemas.microsoft.com/office/drawing/2014/main" id="{A6953A4C-F425-4D22-872A-F701E6A916AE}"/>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p:spPr>
      </p:sp>
      <p:sp>
        <p:nvSpPr>
          <p:cNvPr id="11" name="">
            <a:extLst xmlns:a="http://schemas.openxmlformats.org/drawingml/2006/main">
              <a:ext uri="{FF2B5EF4-FFF2-40B4-BE49-F238E27FC236}">
                <a16:creationId xmlns:a16="http://schemas.microsoft.com/office/drawing/2014/main" id="{2A033285-7DD0-4253-84DB-8FEC576B7E11}"/>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p:spPr>
      </p:sp>
      <p:sp>
        <p:nvSpPr>
          <p:cNvPr id="12" name="">
            <a:extLst xmlns:a="http://schemas.openxmlformats.org/drawingml/2006/main">
              <a:ext uri="{FF2B5EF4-FFF2-40B4-BE49-F238E27FC236}">
                <a16:creationId xmlns:a16="http://schemas.microsoft.com/office/drawing/2014/main" id="{81C90E92-8D9A-48EA-8764-F4E73206CB9B}"/>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p:spPr>
      </p:sp>
      <p:sp>
        <p:nvSpPr>
          <p:cNvPr id="13" name="">
            <a:extLst xmlns:a="http://schemas.openxmlformats.org/drawingml/2006/main">
              <a:ext uri="{FF2B5EF4-FFF2-40B4-BE49-F238E27FC236}">
                <a16:creationId xmlns:a16="http://schemas.microsoft.com/office/drawing/2014/main" id="{41347012-D058-4420-BDEA-09A920BC01F9}"/>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p:spPr>
      </p:sp>
      <p:sp>
        <p:nvSpPr>
          <p:cNvPr id="14" name="">
            <a:extLst xmlns:a="http://schemas.openxmlformats.org/drawingml/2006/main">
              <a:ext uri="{FF2B5EF4-FFF2-40B4-BE49-F238E27FC236}">
                <a16:creationId xmlns:a16="http://schemas.microsoft.com/office/drawing/2014/main" id="{7CF01233-8917-4788-9730-1B166DE132C6}"/>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p:spPr>
      </p:sp>
      <p:sp>
        <p:nvSpPr>
          <p:cNvPr id="15" name="">
            <a:extLst xmlns:a="http://schemas.openxmlformats.org/drawingml/2006/main">
              <a:ext uri="{FF2B5EF4-FFF2-40B4-BE49-F238E27FC236}">
                <a16:creationId xmlns:a16="http://schemas.microsoft.com/office/drawing/2014/main" id="{E909ED37-5923-47A2-BC15-58DDD4043A19}"/>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p:spPr>
      </p:sp>
      <p:sp>
        <p:nvSpPr>
          <p:cNvPr id="16" name="">
            <a:extLst xmlns:a="http://schemas.openxmlformats.org/drawingml/2006/main">
              <a:ext uri="{FF2B5EF4-FFF2-40B4-BE49-F238E27FC236}">
                <a16:creationId xmlns:a16="http://schemas.microsoft.com/office/drawing/2014/main" id="{5E612A4F-E974-4060-8EE8-45958016CA7D}"/>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p:spPr>
      </p:sp>
      <p:sp>
        <p:nvSpPr>
          <p:cNvPr id="17" name="">
            <a:extLst xmlns:a="http://schemas.openxmlformats.org/drawingml/2006/main">
              <a:ext uri="{FF2B5EF4-FFF2-40B4-BE49-F238E27FC236}">
                <a16:creationId xmlns:a16="http://schemas.microsoft.com/office/drawing/2014/main" id="{C5620375-8055-4E9D-A50D-DB4592261751}"/>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p:spPr>
      </p:sp>
      <p:sp>
        <p:nvSpPr>
          <p:cNvPr id="18" name="">
            <a:extLst xmlns:a="http://schemas.openxmlformats.org/drawingml/2006/main">
              <a:ext uri="{FF2B5EF4-FFF2-40B4-BE49-F238E27FC236}">
                <a16:creationId xmlns:a16="http://schemas.microsoft.com/office/drawing/2014/main" id="{0F7CA4AD-70C7-43C3-95B5-8EF2FC64512F}"/>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p:spPr>
      </p:sp>
      <p:sp>
        <p:nvSpPr>
          <p:cNvPr id="19" name="">
            <a:extLst xmlns:a="http://schemas.openxmlformats.org/drawingml/2006/main">
              <a:ext uri="{FF2B5EF4-FFF2-40B4-BE49-F238E27FC236}">
                <a16:creationId xmlns:a16="http://schemas.microsoft.com/office/drawing/2014/main" id="{1AF917B3-6D2D-40CF-94C0-A7884D6BF377}"/>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p:spPr>
      </p:sp>
      <p:sp>
        <p:nvSpPr>
          <p:cNvPr id="20" name="">
            <a:extLst xmlns:a="http://schemas.openxmlformats.org/drawingml/2006/main">
              <a:ext uri="{FF2B5EF4-FFF2-40B4-BE49-F238E27FC236}">
                <a16:creationId xmlns:a16="http://schemas.microsoft.com/office/drawing/2014/main" id="{7C6A3A79-F3A2-481E-8D04-21B0D20541C1}"/>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p:spPr>
      </p:sp>
      <p:sp>
        <p:nvSpPr>
          <p:cNvPr id="21" name="">
            <a:extLst xmlns:a="http://schemas.openxmlformats.org/drawingml/2006/main">
              <a:ext uri="{FF2B5EF4-FFF2-40B4-BE49-F238E27FC236}">
                <a16:creationId xmlns:a16="http://schemas.microsoft.com/office/drawing/2014/main" id="{43A7A200-DECD-432D-9B13-E7DDB688C585}"/>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p:spPr>
      </p:sp>
      <p:sp>
        <p:nvSpPr>
          <p:cNvPr id="22" name="">
            <a:extLst xmlns:a="http://schemas.openxmlformats.org/drawingml/2006/main">
              <a:ext uri="{FF2B5EF4-FFF2-40B4-BE49-F238E27FC236}">
                <a16:creationId xmlns:a16="http://schemas.microsoft.com/office/drawing/2014/main" id="{A2178D96-D1BA-4B00-97EB-0806C3F4169A}"/>
              </a:ext>
            </a:extLst>
          </p:cNvPr>
          <p:cNvSpPr>
            <a:spLocks xmlns:a="http://schemas.openxmlformats.org/drawingml/2006/main" noGrp="1"/>
          </p:cNvSpPr>
          <p:nvPr/>
        </p:nvSpPr>
        <p:spPr>
          <a:xfrm xmlns:a="http://schemas.openxmlformats.org/drawingml/2006/main">
            <a:off x="12192000" y="0"/>
            <a:ext cx="0" cy="6858000"/>
          </a:xfrm>
          <a:prstGeom xmlns:a="http://schemas.openxmlformats.org/drawingml/2006/main" prst="line">
            <a:avLst/>
          </a:prstGeom>
          <a:noFill xmlns:a="http://schemas.openxmlformats.org/drawingml/2006/main"/>
        </p:spPr>
      </p:sp>
      <p:sp>
        <p:nvSpPr>
          <p:cNvPr id="23" name="">
            <a:extLst xmlns:a="http://schemas.openxmlformats.org/drawingml/2006/main">
              <a:ext uri="{FF2B5EF4-FFF2-40B4-BE49-F238E27FC236}">
                <a16:creationId xmlns:a16="http://schemas.microsoft.com/office/drawing/2014/main" id="{165B262D-7170-4FA7-946C-2DE0B2C3152B}"/>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p:spPr>
      </p:sp>
      <p:sp>
        <p:nvSpPr>
          <p:cNvPr id="24" name="">
            <a:extLst xmlns:a="http://schemas.openxmlformats.org/drawingml/2006/main">
              <a:ext uri="{FF2B5EF4-FFF2-40B4-BE49-F238E27FC236}">
                <a16:creationId xmlns:a16="http://schemas.microsoft.com/office/drawing/2014/main" id="{06D1E076-5448-4C70-B039-16FF9670B9F7}"/>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p:spPr>
      </p:sp>
      <p:sp>
        <p:nvSpPr>
          <p:cNvPr id="25" name="">
            <a:extLst xmlns:a="http://schemas.openxmlformats.org/drawingml/2006/main">
              <a:ext uri="{FF2B5EF4-FFF2-40B4-BE49-F238E27FC236}">
                <a16:creationId xmlns:a16="http://schemas.microsoft.com/office/drawing/2014/main" id="{EDA13056-D9C4-4264-BE95-A7AE39B021E2}"/>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p:spPr>
      </p:sp>
      <p:sp>
        <p:nvSpPr>
          <p:cNvPr id="26" name="">
            <a:extLst xmlns:a="http://schemas.openxmlformats.org/drawingml/2006/main">
              <a:ext uri="{FF2B5EF4-FFF2-40B4-BE49-F238E27FC236}">
                <a16:creationId xmlns:a16="http://schemas.microsoft.com/office/drawing/2014/main" id="{D18ADC3F-B863-47D7-B317-AFED2BCD2EB0}"/>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p:spPr>
      </p:sp>
      <p:sp>
        <p:nvSpPr>
          <p:cNvPr id="27" name="">
            <a:extLst xmlns:a="http://schemas.openxmlformats.org/drawingml/2006/main">
              <a:ext uri="{FF2B5EF4-FFF2-40B4-BE49-F238E27FC236}">
                <a16:creationId xmlns:a16="http://schemas.microsoft.com/office/drawing/2014/main" id="{CB008948-AF80-4A8D-8C33-6834E55C98F9}"/>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p:spPr>
      </p:sp>
      <p:sp>
        <p:nvSpPr>
          <p:cNvPr id="28" name="">
            <a:extLst xmlns:a="http://schemas.openxmlformats.org/drawingml/2006/main">
              <a:ext uri="{FF2B5EF4-FFF2-40B4-BE49-F238E27FC236}">
                <a16:creationId xmlns:a16="http://schemas.microsoft.com/office/drawing/2014/main" id="{A3CB27F4-C86B-4EAE-B6FF-19240A7DA178}"/>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p:spPr>
      </p:sp>
      <p:sp>
        <p:nvSpPr>
          <p:cNvPr id="29" name="">
            <a:extLst xmlns:a="http://schemas.openxmlformats.org/drawingml/2006/main">
              <a:ext uri="{FF2B5EF4-FFF2-40B4-BE49-F238E27FC236}">
                <a16:creationId xmlns:a16="http://schemas.microsoft.com/office/drawing/2014/main" id="{F370BC5E-B6A6-479B-8784-226661A50E4B}"/>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p:spPr>
      </p:sp>
      <p:sp>
        <p:nvSpPr>
          <p:cNvPr id="30" name="">
            <a:extLst xmlns:a="http://schemas.openxmlformats.org/drawingml/2006/main">
              <a:ext uri="{FF2B5EF4-FFF2-40B4-BE49-F238E27FC236}">
                <a16:creationId xmlns:a16="http://schemas.microsoft.com/office/drawing/2014/main" id="{457E8A5D-3196-4EE3-A068-3239447E3C16}"/>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p:spPr>
      </p:sp>
      <p:sp>
        <p:nvSpPr>
          <p:cNvPr id="31" name="">
            <a:extLst xmlns:a="http://schemas.openxmlformats.org/drawingml/2006/main">
              <a:ext uri="{FF2B5EF4-FFF2-40B4-BE49-F238E27FC236}">
                <a16:creationId xmlns:a16="http://schemas.microsoft.com/office/drawing/2014/main" id="{1933654D-8C0B-4E95-B186-E25341352A0F}"/>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p:spPr>
      </p:sp>
      <p:sp>
        <p:nvSpPr>
          <p:cNvPr id="32" name="">
            <a:extLst xmlns:a="http://schemas.openxmlformats.org/drawingml/2006/main">
              <a:ext uri="{FF2B5EF4-FFF2-40B4-BE49-F238E27FC236}">
                <a16:creationId xmlns:a16="http://schemas.microsoft.com/office/drawing/2014/main" id="{A6CA5D12-54FF-43B1-88AE-F59505AC8C07}"/>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p:spPr>
      </p:sp>
      <p:sp>
        <p:nvSpPr>
          <p:cNvPr id="33" name="">
            <a:extLst xmlns:a="http://schemas.openxmlformats.org/drawingml/2006/main">
              <a:ext uri="{FF2B5EF4-FFF2-40B4-BE49-F238E27FC236}">
                <a16:creationId xmlns:a16="http://schemas.microsoft.com/office/drawing/2014/main" id="{44EE0EB2-13DF-4526-9614-AC19C5D70947}"/>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p:spPr>
      </p:sp>
      <p:sp>
        <p:nvSpPr>
          <p:cNvPr id="34" name="">
            <a:extLst xmlns:a="http://schemas.openxmlformats.org/drawingml/2006/main">
              <a:ext uri="{FF2B5EF4-FFF2-40B4-BE49-F238E27FC236}">
                <a16:creationId xmlns:a16="http://schemas.microsoft.com/office/drawing/2014/main" id="{0BF861E7-1B40-4FC6-900A-081C57C3A006}"/>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p:spPr>
      </p:sp>
      <p:sp>
        <p:nvSpPr>
          <p:cNvPr id="35" name="">
            <a:extLst xmlns:a="http://schemas.openxmlformats.org/drawingml/2006/main">
              <a:ext uri="{FF2B5EF4-FFF2-40B4-BE49-F238E27FC236}">
                <a16:creationId xmlns:a16="http://schemas.microsoft.com/office/drawing/2014/main" id="{CA4A5711-2CEC-4428-BC42-FAC4630D4E3D}"/>
              </a:ext>
            </a:extLst>
          </p:cNvPr>
          <p:cNvSpPr>
            <a:spLocks xmlns:a="http://schemas.openxmlformats.org/drawingml/2006/main" noGrp="1"/>
          </p:cNvSpPr>
          <p:nvPr/>
        </p:nvSpPr>
        <p:spPr>
          <a:xfrm xmlns:a="http://schemas.openxmlformats.org/drawingml/2006/main">
            <a:off x="685800" y="381000"/>
            <a:ext cx="3429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6AA6B8"/>
                </a:solidFill>
                <a:latin typeface="Aptos"/>
                <a:ea typeface="Aptos"/>
                <a:cs typeface="Aptos"/>
              </a:defRPr>
            </a:pPr>
            <a:r>
              <a:rPr sz="900" b="1">
                <a:solidFill>
                  <a:srgbClr val="6AA6B8"/>
                </a:solidFill>
                <a:latin typeface="Aptos"/>
                <a:ea typeface="Aptos"/>
                <a:cs typeface="Aptos"/>
              </a:rPr>
              <a:t>SANGAM SETU / MAHAKUMBH 2028</a:t>
            </a:r>
          </a:p>
        </p:txBody>
      </p:sp>
      <p:sp>
        <p:nvSpPr>
          <p:cNvPr id="36" name="">
            <a:extLst xmlns:a="http://schemas.openxmlformats.org/drawingml/2006/main">
              <a:ext uri="{FF2B5EF4-FFF2-40B4-BE49-F238E27FC236}">
                <a16:creationId xmlns:a16="http://schemas.microsoft.com/office/drawing/2014/main" id="{CE65B1C3-983B-455F-A9F2-3430DD65D73F}"/>
              </a:ext>
            </a:extLst>
          </p:cNvPr>
          <p:cNvSpPr>
            <a:spLocks xmlns:a="http://schemas.openxmlformats.org/drawingml/2006/main" noGrp="1"/>
          </p:cNvSpPr>
          <p:nvPr/>
        </p:nvSpPr>
        <p:spPr>
          <a:xfrm xmlns:a="http://schemas.openxmlformats.org/drawingml/2006/main">
            <a:off x="11315700" y="381000"/>
            <a:ext cx="571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r">
              <a:defRPr sz="900" b="0">
                <a:solidFill>
                  <a:srgbClr val="A8A195"/>
                </a:solidFill>
                <a:latin typeface="Aptos"/>
                <a:ea typeface="Aptos"/>
                <a:cs typeface="Aptos"/>
              </a:defRPr>
            </a:pPr>
            <a:r>
              <a:rPr sz="900" b="0">
                <a:solidFill>
                  <a:srgbClr val="A8A195"/>
                </a:solidFill>
                <a:latin typeface="Aptos"/>
                <a:ea typeface="Aptos"/>
                <a:cs typeface="Aptos"/>
              </a:rPr>
              <a:t>01</a:t>
            </a:r>
          </a:p>
        </p:txBody>
      </p:sp>
      <p:sp>
        <p:nvSpPr>
          <p:cNvPr id="37" name="">
            <a:extLst xmlns:a="http://schemas.openxmlformats.org/drawingml/2006/main">
              <a:ext uri="{FF2B5EF4-FFF2-40B4-BE49-F238E27FC236}">
                <a16:creationId xmlns:a16="http://schemas.microsoft.com/office/drawing/2014/main" id="{DF68DE94-D852-4B09-AB34-4F63A2C63505}"/>
              </a:ext>
            </a:extLst>
          </p:cNvPr>
          <p:cNvSpPr>
            <a:spLocks xmlns:a="http://schemas.openxmlformats.org/drawingml/2006/main" noGrp="1"/>
          </p:cNvSpPr>
          <p:nvPr/>
        </p:nvSpPr>
        <p:spPr>
          <a:xfrm xmlns:a="http://schemas.openxmlformats.org/drawingml/2006/main">
            <a:off x="685800" y="6362700"/>
            <a:ext cx="11201400" cy="0"/>
          </a:xfrm>
          <a:prstGeom xmlns:a="http://schemas.openxmlformats.org/drawingml/2006/main" prst="line">
            <a:avLst/>
          </a:prstGeom>
          <a:noFill xmlns:a="http://schemas.openxmlformats.org/drawingml/2006/main"/>
        </p:spPr>
      </p:sp>
      <p:sp>
        <p:nvSpPr>
          <p:cNvPr id="38" name="">
            <a:extLst xmlns:a="http://schemas.openxmlformats.org/drawingml/2006/main">
              <a:ext uri="{FF2B5EF4-FFF2-40B4-BE49-F238E27FC236}">
                <a16:creationId xmlns:a16="http://schemas.microsoft.com/office/drawing/2014/main" id="{24BE3AA5-0DE2-4EC1-BD86-32689842355D}"/>
              </a:ext>
            </a:extLst>
          </p:cNvPr>
          <p:cNvSpPr>
            <a:spLocks xmlns:a="http://schemas.openxmlformats.org/drawingml/2006/main" noGrp="1"/>
          </p:cNvSpPr>
          <p:nvPr/>
        </p:nvSpPr>
        <p:spPr>
          <a:xfrm xmlns:a="http://schemas.openxmlformats.org/drawingml/2006/main">
            <a:off x="685800" y="876300"/>
            <a:ext cx="1047750" cy="361950"/>
          </a:xfrm>
          <a:prstGeom xmlns:a="http://schemas.openxmlformats.org/drawingml/2006/main" prst="rect">
            <a:avLst/>
          </a:prstGeom>
          <a:solidFill xmlns:a="http://schemas.openxmlformats.org/drawingml/2006/main">
            <a:srgbClr val="EDE6D8"/>
          </a:solidFill>
        </p:spPr>
      </p:sp>
      <p:sp>
        <p:nvSpPr>
          <p:cNvPr id="39" name="">
            <a:extLst xmlns:a="http://schemas.openxmlformats.org/drawingml/2006/main">
              <a:ext uri="{FF2B5EF4-FFF2-40B4-BE49-F238E27FC236}">
                <a16:creationId xmlns:a16="http://schemas.microsoft.com/office/drawing/2014/main" id="{565514F2-0DE4-4A3D-BCF1-FC583CFF30F9}"/>
              </a:ext>
            </a:extLst>
          </p:cNvPr>
          <p:cNvSpPr>
            <a:spLocks xmlns:a="http://schemas.openxmlformats.org/drawingml/2006/main" noGrp="1"/>
          </p:cNvSpPr>
          <p:nvPr/>
        </p:nvSpPr>
        <p:spPr>
          <a:xfrm xmlns:a="http://schemas.openxmlformats.org/drawingml/2006/main">
            <a:off x="895350" y="971550"/>
            <a:ext cx="628650" cy="152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125" b="1">
                <a:solidFill>
                  <a:srgbClr val="1A1D20"/>
                </a:solidFill>
                <a:latin typeface="Aptos"/>
                <a:ea typeface="Aptos"/>
                <a:cs typeface="Aptos"/>
              </a:defRPr>
            </a:pPr>
            <a:r>
              <a:rPr sz="1125" b="1">
                <a:solidFill>
                  <a:srgbClr val="1A1D20"/>
                </a:solidFill>
                <a:latin typeface="Aptos"/>
                <a:ea typeface="Aptos"/>
                <a:cs typeface="Aptos"/>
              </a:rPr>
              <a:t>सेतु</a:t>
            </a:r>
          </a:p>
        </p:txBody>
      </p:sp>
      <p:sp>
        <p:nvSpPr>
          <p:cNvPr id="40" name="">
            <a:extLst xmlns:a="http://schemas.openxmlformats.org/drawingml/2006/main">
              <a:ext uri="{FF2B5EF4-FFF2-40B4-BE49-F238E27FC236}">
                <a16:creationId xmlns:a16="http://schemas.microsoft.com/office/drawing/2014/main" id="{3A106FFC-2395-41D7-806C-50EE73CCEDCA}"/>
              </a:ext>
            </a:extLst>
          </p:cNvPr>
          <p:cNvSpPr>
            <a:spLocks xmlns:a="http://schemas.openxmlformats.org/drawingml/2006/main" noGrp="1"/>
          </p:cNvSpPr>
          <p:nvPr/>
        </p:nvSpPr>
        <p:spPr>
          <a:xfrm xmlns:a="http://schemas.openxmlformats.org/drawingml/2006/main">
            <a:off x="685800" y="1504950"/>
            <a:ext cx="1695450" cy="323850"/>
          </a:xfrm>
          <a:prstGeom xmlns:a="http://schemas.openxmlformats.org/drawingml/2006/main" prst="rect">
            <a:avLst/>
          </a:prstGeom>
          <a:solidFill xmlns:a="http://schemas.openxmlformats.org/drawingml/2006/main">
            <a:srgbClr val="D87A22"/>
          </a:solidFill>
        </p:spPr>
      </p:sp>
      <p:sp>
        <p:nvSpPr>
          <p:cNvPr id="41" name="">
            <a:extLst xmlns:a="http://schemas.openxmlformats.org/drawingml/2006/main">
              <a:ext uri="{FF2B5EF4-FFF2-40B4-BE49-F238E27FC236}">
                <a16:creationId xmlns:a16="http://schemas.microsoft.com/office/drawing/2014/main" id="{D19F66BC-EE1C-4705-9277-D264407E49A3}"/>
              </a:ext>
            </a:extLst>
          </p:cNvPr>
          <p:cNvSpPr>
            <a:spLocks xmlns:a="http://schemas.openxmlformats.org/drawingml/2006/main" noGrp="1"/>
          </p:cNvSpPr>
          <p:nvPr/>
        </p:nvSpPr>
        <p:spPr>
          <a:xfrm xmlns:a="http://schemas.openxmlformats.org/drawingml/2006/main">
            <a:off x="800100" y="1581150"/>
            <a:ext cx="14668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825" b="1">
                <a:solidFill>
                  <a:srgbClr val="F5EFE3"/>
                </a:solidFill>
                <a:latin typeface="Aptos"/>
                <a:ea typeface="Aptos"/>
                <a:cs typeface="Aptos"/>
              </a:defRPr>
            </a:pPr>
            <a:r>
              <a:rPr sz="825" b="1">
                <a:solidFill>
                  <a:srgbClr val="F5EFE3"/>
                </a:solidFill>
                <a:latin typeface="Aptos"/>
                <a:ea typeface="Aptos"/>
                <a:cs typeface="Aptos"/>
              </a:rPr>
              <a:t>ROUND 2 CHALLENGE</a:t>
            </a:r>
          </a:p>
        </p:txBody>
      </p:sp>
      <p:sp>
        <p:nvSpPr>
          <p:cNvPr id="42" name="">
            <a:extLst xmlns:a="http://schemas.openxmlformats.org/drawingml/2006/main">
              <a:ext uri="{FF2B5EF4-FFF2-40B4-BE49-F238E27FC236}">
                <a16:creationId xmlns:a16="http://schemas.microsoft.com/office/drawing/2014/main" id="{B4C3F998-DF65-4732-95E5-D2CBD407EDC4}"/>
              </a:ext>
            </a:extLst>
          </p:cNvPr>
          <p:cNvSpPr>
            <a:spLocks xmlns:a="http://schemas.openxmlformats.org/drawingml/2006/main" noGrp="1"/>
          </p:cNvSpPr>
          <p:nvPr/>
        </p:nvSpPr>
        <p:spPr>
          <a:xfrm xmlns:a="http://schemas.openxmlformats.org/drawingml/2006/main">
            <a:off x="685800" y="1962150"/>
            <a:ext cx="8572500" cy="1428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4200" b="1">
                <a:solidFill>
                  <a:srgbClr val="F5EFE3"/>
                </a:solidFill>
                <a:latin typeface="Georgia"/>
                <a:ea typeface="Georgia"/>
                <a:cs typeface="Georgia"/>
              </a:defRPr>
            </a:pPr>
            <a:r>
              <a:rPr sz="4200" b="1">
                <a:solidFill>
                  <a:srgbClr val="F5EFE3"/>
                </a:solidFill>
                <a:latin typeface="Georgia"/>
                <a:ea typeface="Georgia"/>
                <a:cs typeface="Georgia"/>
              </a:rPr>
              <a:t>Sangam Setu Command Center</a:t>
            </a:r>
          </a:p>
        </p:txBody>
      </p:sp>
      <p:sp>
        <p:nvSpPr>
          <p:cNvPr id="43" name="">
            <a:extLst xmlns:a="http://schemas.openxmlformats.org/drawingml/2006/main">
              <a:ext uri="{FF2B5EF4-FFF2-40B4-BE49-F238E27FC236}">
                <a16:creationId xmlns:a16="http://schemas.microsoft.com/office/drawing/2014/main" id="{B3B81C4F-517D-42DE-A066-D039CB1FB20F}"/>
              </a:ext>
            </a:extLst>
          </p:cNvPr>
          <p:cNvSpPr>
            <a:spLocks xmlns:a="http://schemas.openxmlformats.org/drawingml/2006/main" noGrp="1"/>
          </p:cNvSpPr>
          <p:nvPr/>
        </p:nvSpPr>
        <p:spPr>
          <a:xfrm xmlns:a="http://schemas.openxmlformats.org/drawingml/2006/main">
            <a:off x="704850" y="3562350"/>
            <a:ext cx="72390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650" b="0">
                <a:solidFill>
                  <a:srgbClr val="A8A195"/>
                </a:solidFill>
                <a:latin typeface="Aptos"/>
                <a:ea typeface="Aptos"/>
                <a:cs typeface="Aptos"/>
              </a:defRPr>
            </a:pPr>
            <a:r>
              <a:rPr sz="1650" b="0">
                <a:solidFill>
                  <a:srgbClr val="A8A195"/>
                </a:solidFill>
                <a:latin typeface="Aptos"/>
                <a:ea typeface="Aptos"/>
                <a:cs typeface="Aptos"/>
              </a:rPr>
              <a:t>A centralized event operations dashboard for Mahakumbh 2028: crowd, transport, incidents, volunteers, and resources in one operating picture.</a:t>
            </a:r>
          </a:p>
        </p:txBody>
      </p:sp>
      <p:sp>
        <p:nvSpPr>
          <p:cNvPr id="44" name="">
            <a:extLst xmlns:a="http://schemas.openxmlformats.org/drawingml/2006/main">
              <a:ext uri="{FF2B5EF4-FFF2-40B4-BE49-F238E27FC236}">
                <a16:creationId xmlns:a16="http://schemas.microsoft.com/office/drawing/2014/main" id="{1D624E76-3602-4B7B-82DB-503CA0F7BCE5}"/>
              </a:ext>
            </a:extLst>
          </p:cNvPr>
          <p:cNvSpPr>
            <a:spLocks xmlns:a="http://schemas.openxmlformats.org/drawingml/2006/main" noGrp="1"/>
          </p:cNvSpPr>
          <p:nvPr/>
        </p:nvSpPr>
        <p:spPr>
          <a:xfrm xmlns:a="http://schemas.openxmlformats.org/drawingml/2006/main">
            <a:off x="685800" y="4762500"/>
            <a:ext cx="2333625" cy="1123950"/>
          </a:xfrm>
          <a:prstGeom xmlns:a="http://schemas.openxmlformats.org/drawingml/2006/main" prst="rect">
            <a:avLst/>
          </a:prstGeom>
          <a:solidFill xmlns:a="http://schemas.openxmlformats.org/drawingml/2006/main">
            <a:srgbClr val="EDE6D8">
              <a:alpha val="5500"/>
            </a:srgbClr>
          </a:solidFill>
        </p:spPr>
      </p:sp>
      <p:sp>
        <p:nvSpPr>
          <p:cNvPr id="45" name="">
            <a:extLst xmlns:a="http://schemas.openxmlformats.org/drawingml/2006/main">
              <a:ext uri="{FF2B5EF4-FFF2-40B4-BE49-F238E27FC236}">
                <a16:creationId xmlns:a16="http://schemas.microsoft.com/office/drawing/2014/main" id="{E196161C-EB1B-480F-B9A9-2865B3945834}"/>
              </a:ext>
            </a:extLst>
          </p:cNvPr>
          <p:cNvSpPr>
            <a:spLocks xmlns:a="http://schemas.openxmlformats.org/drawingml/2006/main" noGrp="1"/>
          </p:cNvSpPr>
          <p:nvPr/>
        </p:nvSpPr>
        <p:spPr>
          <a:xfrm xmlns:a="http://schemas.openxmlformats.org/drawingml/2006/main">
            <a:off x="857250" y="4933950"/>
            <a:ext cx="199072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750" b="1">
                <a:solidFill>
                  <a:srgbClr val="A8A195"/>
                </a:solidFill>
                <a:latin typeface="Aptos"/>
                <a:ea typeface="Aptos"/>
                <a:cs typeface="Aptos"/>
              </a:defRPr>
            </a:pPr>
            <a:r>
              <a:rPr sz="750" b="1">
                <a:solidFill>
                  <a:srgbClr val="A8A195"/>
                </a:solidFill>
                <a:latin typeface="Aptos"/>
                <a:ea typeface="Aptos"/>
                <a:cs typeface="Aptos"/>
              </a:rPr>
              <a:t>CROWD LOAD</a:t>
            </a:r>
          </a:p>
        </p:txBody>
      </p:sp>
      <p:sp>
        <p:nvSpPr>
          <p:cNvPr id="46" name="">
            <a:extLst xmlns:a="http://schemas.openxmlformats.org/drawingml/2006/main">
              <a:ext uri="{FF2B5EF4-FFF2-40B4-BE49-F238E27FC236}">
                <a16:creationId xmlns:a16="http://schemas.microsoft.com/office/drawing/2014/main" id="{9B3B6A86-3C6E-412E-BA9C-270C56DE115A}"/>
              </a:ext>
            </a:extLst>
          </p:cNvPr>
          <p:cNvSpPr>
            <a:spLocks xmlns:a="http://schemas.openxmlformats.org/drawingml/2006/main" noGrp="1"/>
          </p:cNvSpPr>
          <p:nvPr/>
        </p:nvSpPr>
        <p:spPr>
          <a:xfrm xmlns:a="http://schemas.openxmlformats.org/drawingml/2006/main">
            <a:off x="857250" y="5162550"/>
            <a:ext cx="1990725"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550" b="1">
                <a:solidFill>
                  <a:srgbClr val="EDE6D8"/>
                </a:solidFill>
                <a:latin typeface="Georgia"/>
                <a:ea typeface="Georgia"/>
                <a:cs typeface="Georgia"/>
              </a:defRPr>
            </a:pPr>
            <a:r>
              <a:rPr sz="2550" b="1">
                <a:solidFill>
                  <a:srgbClr val="EDE6D8"/>
                </a:solidFill>
                <a:latin typeface="Georgia"/>
                <a:ea typeface="Georgia"/>
                <a:cs typeface="Georgia"/>
              </a:rPr>
              <a:t>72%</a:t>
            </a:r>
          </a:p>
        </p:txBody>
      </p:sp>
      <p:sp>
        <p:nvSpPr>
          <p:cNvPr id="47" name="">
            <a:extLst xmlns:a="http://schemas.openxmlformats.org/drawingml/2006/main">
              <a:ext uri="{FF2B5EF4-FFF2-40B4-BE49-F238E27FC236}">
                <a16:creationId xmlns:a16="http://schemas.microsoft.com/office/drawing/2014/main" id="{AC314818-E476-4154-89D8-58D14DDAD2C6}"/>
              </a:ext>
            </a:extLst>
          </p:cNvPr>
          <p:cNvSpPr>
            <a:spLocks xmlns:a="http://schemas.openxmlformats.org/drawingml/2006/main" noGrp="1"/>
          </p:cNvSpPr>
          <p:nvPr/>
        </p:nvSpPr>
        <p:spPr>
          <a:xfrm xmlns:a="http://schemas.openxmlformats.org/drawingml/2006/main">
            <a:off x="857250" y="5600700"/>
            <a:ext cx="19907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9 sectors · 2 rising</a:t>
            </a:r>
          </a:p>
        </p:txBody>
      </p:sp>
      <p:sp>
        <p:nvSpPr>
          <p:cNvPr id="48" name="">
            <a:extLst xmlns:a="http://schemas.openxmlformats.org/drawingml/2006/main">
              <a:ext uri="{FF2B5EF4-FFF2-40B4-BE49-F238E27FC236}">
                <a16:creationId xmlns:a16="http://schemas.microsoft.com/office/drawing/2014/main" id="{BA8F099F-6CB2-4978-93D4-3A3E3F1EF87D}"/>
              </a:ext>
            </a:extLst>
          </p:cNvPr>
          <p:cNvSpPr>
            <a:spLocks xmlns:a="http://schemas.openxmlformats.org/drawingml/2006/main" noGrp="1"/>
          </p:cNvSpPr>
          <p:nvPr/>
        </p:nvSpPr>
        <p:spPr>
          <a:xfrm xmlns:a="http://schemas.openxmlformats.org/drawingml/2006/main">
            <a:off x="3209925" y="4762500"/>
            <a:ext cx="2333625" cy="1123950"/>
          </a:xfrm>
          <a:prstGeom xmlns:a="http://schemas.openxmlformats.org/drawingml/2006/main" prst="rect">
            <a:avLst/>
          </a:prstGeom>
          <a:solidFill xmlns:a="http://schemas.openxmlformats.org/drawingml/2006/main">
            <a:srgbClr val="EDE6D8">
              <a:alpha val="5500"/>
            </a:srgbClr>
          </a:solidFill>
        </p:spPr>
      </p:sp>
      <p:sp>
        <p:nvSpPr>
          <p:cNvPr id="49" name="">
            <a:extLst xmlns:a="http://schemas.openxmlformats.org/drawingml/2006/main">
              <a:ext uri="{FF2B5EF4-FFF2-40B4-BE49-F238E27FC236}">
                <a16:creationId xmlns:a16="http://schemas.microsoft.com/office/drawing/2014/main" id="{B3675BFE-36CF-488D-9DF4-946D1F4B4B2F}"/>
              </a:ext>
            </a:extLst>
          </p:cNvPr>
          <p:cNvSpPr>
            <a:spLocks xmlns:a="http://schemas.openxmlformats.org/drawingml/2006/main" noGrp="1"/>
          </p:cNvSpPr>
          <p:nvPr/>
        </p:nvSpPr>
        <p:spPr>
          <a:xfrm xmlns:a="http://schemas.openxmlformats.org/drawingml/2006/main">
            <a:off x="3381375" y="4933950"/>
            <a:ext cx="199072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750" b="1">
                <a:solidFill>
                  <a:srgbClr val="A8A195"/>
                </a:solidFill>
                <a:latin typeface="Aptos"/>
                <a:ea typeface="Aptos"/>
                <a:cs typeface="Aptos"/>
              </a:defRPr>
            </a:pPr>
            <a:r>
              <a:rPr sz="750" b="1">
                <a:solidFill>
                  <a:srgbClr val="A8A195"/>
                </a:solidFill>
                <a:latin typeface="Aptos"/>
                <a:ea typeface="Aptos"/>
                <a:cs typeface="Aptos"/>
              </a:rPr>
              <a:t>OPEN INCIDENTS</a:t>
            </a:r>
          </a:p>
        </p:txBody>
      </p:sp>
      <p:sp>
        <p:nvSpPr>
          <p:cNvPr id="50" name="">
            <a:extLst xmlns:a="http://schemas.openxmlformats.org/drawingml/2006/main">
              <a:ext uri="{FF2B5EF4-FFF2-40B4-BE49-F238E27FC236}">
                <a16:creationId xmlns:a16="http://schemas.microsoft.com/office/drawing/2014/main" id="{5435EBB1-39AF-4625-926E-AF7AA70CBFDF}"/>
              </a:ext>
            </a:extLst>
          </p:cNvPr>
          <p:cNvSpPr>
            <a:spLocks xmlns:a="http://schemas.openxmlformats.org/drawingml/2006/main" noGrp="1"/>
          </p:cNvSpPr>
          <p:nvPr/>
        </p:nvSpPr>
        <p:spPr>
          <a:xfrm xmlns:a="http://schemas.openxmlformats.org/drawingml/2006/main">
            <a:off x="3381375" y="5162550"/>
            <a:ext cx="1990725"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550" b="1">
                <a:solidFill>
                  <a:srgbClr val="EDE6D8"/>
                </a:solidFill>
                <a:latin typeface="Georgia"/>
                <a:ea typeface="Georgia"/>
                <a:cs typeface="Georgia"/>
              </a:defRPr>
            </a:pPr>
            <a:r>
              <a:rPr sz="2550" b="1">
                <a:solidFill>
                  <a:srgbClr val="EDE6D8"/>
                </a:solidFill>
                <a:latin typeface="Georgia"/>
                <a:ea typeface="Georgia"/>
                <a:cs typeface="Georgia"/>
              </a:rPr>
              <a:t>18</a:t>
            </a:r>
          </a:p>
        </p:txBody>
      </p:sp>
      <p:sp>
        <p:nvSpPr>
          <p:cNvPr id="51" name="">
            <a:extLst xmlns:a="http://schemas.openxmlformats.org/drawingml/2006/main">
              <a:ext uri="{FF2B5EF4-FFF2-40B4-BE49-F238E27FC236}">
                <a16:creationId xmlns:a16="http://schemas.microsoft.com/office/drawing/2014/main" id="{94028B76-A056-461C-8820-E69B9D7C7E57}"/>
              </a:ext>
            </a:extLst>
          </p:cNvPr>
          <p:cNvSpPr>
            <a:spLocks xmlns:a="http://schemas.openxmlformats.org/drawingml/2006/main" noGrp="1"/>
          </p:cNvSpPr>
          <p:nvPr/>
        </p:nvSpPr>
        <p:spPr>
          <a:xfrm xmlns:a="http://schemas.openxmlformats.org/drawingml/2006/main">
            <a:off x="3381375" y="5600700"/>
            <a:ext cx="19907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4 high priority</a:t>
            </a:r>
          </a:p>
        </p:txBody>
      </p:sp>
      <p:sp>
        <p:nvSpPr>
          <p:cNvPr id="52" name="">
            <a:extLst xmlns:a="http://schemas.openxmlformats.org/drawingml/2006/main">
              <a:ext uri="{FF2B5EF4-FFF2-40B4-BE49-F238E27FC236}">
                <a16:creationId xmlns:a16="http://schemas.microsoft.com/office/drawing/2014/main" id="{D5AEE939-35F9-43D6-8534-F92DF283FE20}"/>
              </a:ext>
            </a:extLst>
          </p:cNvPr>
          <p:cNvSpPr>
            <a:spLocks xmlns:a="http://schemas.openxmlformats.org/drawingml/2006/main" noGrp="1"/>
          </p:cNvSpPr>
          <p:nvPr/>
        </p:nvSpPr>
        <p:spPr>
          <a:xfrm xmlns:a="http://schemas.openxmlformats.org/drawingml/2006/main">
            <a:off x="5734050" y="4762500"/>
            <a:ext cx="2333625" cy="1123950"/>
          </a:xfrm>
          <a:prstGeom xmlns:a="http://schemas.openxmlformats.org/drawingml/2006/main" prst="rect">
            <a:avLst/>
          </a:prstGeom>
          <a:solidFill xmlns:a="http://schemas.openxmlformats.org/drawingml/2006/main">
            <a:srgbClr val="EDE6D8">
              <a:alpha val="5500"/>
            </a:srgbClr>
          </a:solidFill>
        </p:spPr>
      </p:sp>
      <p:sp>
        <p:nvSpPr>
          <p:cNvPr id="53" name="">
            <a:extLst xmlns:a="http://schemas.openxmlformats.org/drawingml/2006/main">
              <a:ext uri="{FF2B5EF4-FFF2-40B4-BE49-F238E27FC236}">
                <a16:creationId xmlns:a16="http://schemas.microsoft.com/office/drawing/2014/main" id="{EAF52B21-31D3-482E-AA70-CFE15F22EE90}"/>
              </a:ext>
            </a:extLst>
          </p:cNvPr>
          <p:cNvSpPr>
            <a:spLocks xmlns:a="http://schemas.openxmlformats.org/drawingml/2006/main" noGrp="1"/>
          </p:cNvSpPr>
          <p:nvPr/>
        </p:nvSpPr>
        <p:spPr>
          <a:xfrm xmlns:a="http://schemas.openxmlformats.org/drawingml/2006/main">
            <a:off x="5905500" y="4933950"/>
            <a:ext cx="199072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750" b="1">
                <a:solidFill>
                  <a:srgbClr val="A8A195"/>
                </a:solidFill>
                <a:latin typeface="Aptos"/>
                <a:ea typeface="Aptos"/>
                <a:cs typeface="Aptos"/>
              </a:defRPr>
            </a:pPr>
            <a:r>
              <a:rPr sz="750" b="1">
                <a:solidFill>
                  <a:srgbClr val="A8A195"/>
                </a:solidFill>
                <a:latin typeface="Aptos"/>
                <a:ea typeface="Aptos"/>
                <a:cs typeface="Aptos"/>
              </a:rPr>
              <a:t>TURNAROUND</a:t>
            </a:r>
          </a:p>
        </p:txBody>
      </p:sp>
      <p:sp>
        <p:nvSpPr>
          <p:cNvPr id="54" name="">
            <a:extLst xmlns:a="http://schemas.openxmlformats.org/drawingml/2006/main">
              <a:ext uri="{FF2B5EF4-FFF2-40B4-BE49-F238E27FC236}">
                <a16:creationId xmlns:a16="http://schemas.microsoft.com/office/drawing/2014/main" id="{23A0261D-F769-4AA2-A536-631FF6EB952D}"/>
              </a:ext>
            </a:extLst>
          </p:cNvPr>
          <p:cNvSpPr>
            <a:spLocks xmlns:a="http://schemas.openxmlformats.org/drawingml/2006/main" noGrp="1"/>
          </p:cNvSpPr>
          <p:nvPr/>
        </p:nvSpPr>
        <p:spPr>
          <a:xfrm xmlns:a="http://schemas.openxmlformats.org/drawingml/2006/main">
            <a:off x="5905500" y="5162550"/>
            <a:ext cx="1990725"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550" b="1">
                <a:solidFill>
                  <a:srgbClr val="EDE6D8"/>
                </a:solidFill>
                <a:latin typeface="Georgia"/>
                <a:ea typeface="Georgia"/>
                <a:cs typeface="Georgia"/>
              </a:defRPr>
            </a:pPr>
            <a:r>
              <a:rPr sz="2550" b="1">
                <a:solidFill>
                  <a:srgbClr val="EDE6D8"/>
                </a:solidFill>
                <a:latin typeface="Georgia"/>
                <a:ea typeface="Georgia"/>
                <a:cs typeface="Georgia"/>
              </a:rPr>
              <a:t>11m</a:t>
            </a:r>
          </a:p>
        </p:txBody>
      </p:sp>
      <p:sp>
        <p:nvSpPr>
          <p:cNvPr id="55" name="">
            <a:extLst xmlns:a="http://schemas.openxmlformats.org/drawingml/2006/main">
              <a:ext uri="{FF2B5EF4-FFF2-40B4-BE49-F238E27FC236}">
                <a16:creationId xmlns:a16="http://schemas.microsoft.com/office/drawing/2014/main" id="{DAD82D78-7236-4412-A5E8-BF29DD63D0A8}"/>
              </a:ext>
            </a:extLst>
          </p:cNvPr>
          <p:cNvSpPr>
            <a:spLocks xmlns:a="http://schemas.openxmlformats.org/drawingml/2006/main" noGrp="1"/>
          </p:cNvSpPr>
          <p:nvPr/>
        </p:nvSpPr>
        <p:spPr>
          <a:xfrm xmlns:a="http://schemas.openxmlformats.org/drawingml/2006/main">
            <a:off x="5905500" y="5600700"/>
            <a:ext cx="19907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bus loop target 14m</a:t>
            </a:r>
          </a:p>
        </p:txBody>
      </p:sp>
      <p:sp>
        <p:nvSpPr>
          <p:cNvPr id="56" name="">
            <a:extLst xmlns:a="http://schemas.openxmlformats.org/drawingml/2006/main">
              <a:ext uri="{FF2B5EF4-FFF2-40B4-BE49-F238E27FC236}">
                <a16:creationId xmlns:a16="http://schemas.microsoft.com/office/drawing/2014/main" id="{03998DFF-3888-4CF5-9591-F2247F8D56D2}"/>
              </a:ext>
            </a:extLst>
          </p:cNvPr>
          <p:cNvSpPr>
            <a:spLocks xmlns:a="http://schemas.openxmlformats.org/drawingml/2006/main" noGrp="1"/>
          </p:cNvSpPr>
          <p:nvPr/>
        </p:nvSpPr>
        <p:spPr>
          <a:xfrm xmlns:a="http://schemas.openxmlformats.org/drawingml/2006/main">
            <a:off x="8258175" y="4762500"/>
            <a:ext cx="2333625" cy="1123950"/>
          </a:xfrm>
          <a:prstGeom xmlns:a="http://schemas.openxmlformats.org/drawingml/2006/main" prst="rect">
            <a:avLst/>
          </a:prstGeom>
          <a:solidFill xmlns:a="http://schemas.openxmlformats.org/drawingml/2006/main">
            <a:srgbClr val="EDE6D8">
              <a:alpha val="5500"/>
            </a:srgbClr>
          </a:solidFill>
        </p:spPr>
      </p:sp>
      <p:sp>
        <p:nvSpPr>
          <p:cNvPr id="57" name="">
            <a:extLst xmlns:a="http://schemas.openxmlformats.org/drawingml/2006/main">
              <a:ext uri="{FF2B5EF4-FFF2-40B4-BE49-F238E27FC236}">
                <a16:creationId xmlns:a16="http://schemas.microsoft.com/office/drawing/2014/main" id="{24F22A9D-5331-4503-809F-0D06F1C3909E}"/>
              </a:ext>
            </a:extLst>
          </p:cNvPr>
          <p:cNvSpPr>
            <a:spLocks xmlns:a="http://schemas.openxmlformats.org/drawingml/2006/main" noGrp="1"/>
          </p:cNvSpPr>
          <p:nvPr/>
        </p:nvSpPr>
        <p:spPr>
          <a:xfrm xmlns:a="http://schemas.openxmlformats.org/drawingml/2006/main">
            <a:off x="8429625" y="4933950"/>
            <a:ext cx="199072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750" b="1">
                <a:solidFill>
                  <a:srgbClr val="A8A195"/>
                </a:solidFill>
                <a:latin typeface="Aptos"/>
                <a:ea typeface="Aptos"/>
                <a:cs typeface="Aptos"/>
              </a:defRPr>
            </a:pPr>
            <a:r>
              <a:rPr sz="750" b="1">
                <a:solidFill>
                  <a:srgbClr val="A8A195"/>
                </a:solidFill>
                <a:latin typeface="Aptos"/>
                <a:ea typeface="Aptos"/>
                <a:cs typeface="Aptos"/>
              </a:rPr>
              <a:t>COVERAGE</a:t>
            </a:r>
          </a:p>
        </p:txBody>
      </p:sp>
      <p:sp>
        <p:nvSpPr>
          <p:cNvPr id="58" name="">
            <a:extLst xmlns:a="http://schemas.openxmlformats.org/drawingml/2006/main">
              <a:ext uri="{FF2B5EF4-FFF2-40B4-BE49-F238E27FC236}">
                <a16:creationId xmlns:a16="http://schemas.microsoft.com/office/drawing/2014/main" id="{9E18C900-1CB3-4C6D-B80B-9E7D4B3667AC}"/>
              </a:ext>
            </a:extLst>
          </p:cNvPr>
          <p:cNvSpPr>
            <a:spLocks xmlns:a="http://schemas.openxmlformats.org/drawingml/2006/main" noGrp="1"/>
          </p:cNvSpPr>
          <p:nvPr/>
        </p:nvSpPr>
        <p:spPr>
          <a:xfrm xmlns:a="http://schemas.openxmlformats.org/drawingml/2006/main">
            <a:off x="8429625" y="5162550"/>
            <a:ext cx="1990725"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550" b="1">
                <a:solidFill>
                  <a:srgbClr val="EDE6D8"/>
                </a:solidFill>
                <a:latin typeface="Georgia"/>
                <a:ea typeface="Georgia"/>
                <a:cs typeface="Georgia"/>
              </a:defRPr>
            </a:pPr>
            <a:r>
              <a:rPr sz="2550" b="1">
                <a:solidFill>
                  <a:srgbClr val="EDE6D8"/>
                </a:solidFill>
                <a:latin typeface="Georgia"/>
                <a:ea typeface="Georgia"/>
                <a:cs typeface="Georgia"/>
              </a:rPr>
              <a:t>86%</a:t>
            </a:r>
          </a:p>
        </p:txBody>
      </p:sp>
      <p:sp>
        <p:nvSpPr>
          <p:cNvPr id="59" name="">
            <a:extLst xmlns:a="http://schemas.openxmlformats.org/drawingml/2006/main">
              <a:ext uri="{FF2B5EF4-FFF2-40B4-BE49-F238E27FC236}">
                <a16:creationId xmlns:a16="http://schemas.microsoft.com/office/drawing/2014/main" id="{E51A48CA-82EE-479D-9F63-A50CD0A8B300}"/>
              </a:ext>
            </a:extLst>
          </p:cNvPr>
          <p:cNvSpPr>
            <a:spLocks xmlns:a="http://schemas.openxmlformats.org/drawingml/2006/main" noGrp="1"/>
          </p:cNvSpPr>
          <p:nvPr/>
        </p:nvSpPr>
        <p:spPr>
          <a:xfrm xmlns:a="http://schemas.openxmlformats.org/drawingml/2006/main">
            <a:off x="8429625" y="5600700"/>
            <a:ext cx="19907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432 volunteers active</a:t>
            </a:r>
          </a:p>
        </p:txBody>
      </p:sp>
      <p:sp>
        <p:nvSpPr>
          <p:cNvPr id="60" name="">
            <a:extLst xmlns:a="http://schemas.openxmlformats.org/drawingml/2006/main">
              <a:ext uri="{FF2B5EF4-FFF2-40B4-BE49-F238E27FC236}">
                <a16:creationId xmlns:a16="http://schemas.microsoft.com/office/drawing/2014/main" id="{68C0DA24-6B10-4007-8BCB-BB131CB83E07}"/>
              </a:ext>
            </a:extLst>
          </p:cNvPr>
          <p:cNvSpPr>
            <a:spLocks xmlns:a="http://schemas.openxmlformats.org/drawingml/2006/main" noGrp="1"/>
          </p:cNvSpPr>
          <p:nvPr/>
        </p:nvSpPr>
        <p:spPr>
          <a:xfrm xmlns:a="http://schemas.openxmlformats.org/drawingml/2006/main">
            <a:off x="11125200" y="876300"/>
            <a:ext cx="38100" cy="1714500"/>
          </a:xfrm>
          <a:prstGeom xmlns:a="http://schemas.openxmlformats.org/drawingml/2006/main" prst="rect">
            <a:avLst/>
          </a:prstGeom>
          <a:solidFill xmlns:a="http://schemas.openxmlformats.org/drawingml/2006/main">
            <a:srgbClr val="D87A22"/>
          </a:solidFill>
        </p:spPr>
      </p:sp>
    </p:spTree>
    <p:extLst>
      <p:ext uri="{BB962C8B-B14F-4D97-AF65-F5344CB8AC3E}">
        <p14:creationId xmlns:p14="http://schemas.microsoft.com/office/powerpoint/2010/main" val="487973444"/>
      </p:ext>
    </p:extLst>
  </p:cSld>
</p:sld>
</file>

<file path=ppt/slides/slide2.xml><?xml version="1.0" encoding="utf-8"?>
<p:sld xmlns:p="http://schemas.openxmlformats.org/presentationml/2006/main">
  <p:cSld>
    <p:bg>
      <p:bgPr>
        <a:solidFill xmlns:a="http://schemas.openxmlformats.org/drawingml/2006/main">
          <a:srgbClr val="101214"/>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1F6234-9002-49B8-A441-7104B132E0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214"/>
          </a:solidFill>
        </p:spPr>
      </p:sp>
      <p:sp>
        <p:nvSpPr>
          <p:cNvPr id="2" name="">
            <a:extLst xmlns:a="http://schemas.openxmlformats.org/drawingml/2006/main">
              <a:ext uri="{FF2B5EF4-FFF2-40B4-BE49-F238E27FC236}">
                <a16:creationId xmlns:a16="http://schemas.microsoft.com/office/drawing/2014/main" id="{172598A0-2780-42FE-BC3E-170233E2CF01}"/>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p:spPr>
      </p:sp>
      <p:sp>
        <p:nvSpPr>
          <p:cNvPr id="3" name="">
            <a:extLst xmlns:a="http://schemas.openxmlformats.org/drawingml/2006/main">
              <a:ext uri="{FF2B5EF4-FFF2-40B4-BE49-F238E27FC236}">
                <a16:creationId xmlns:a16="http://schemas.microsoft.com/office/drawing/2014/main" id="{D2F58294-0586-49BE-A7C8-0DEB65242B20}"/>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p:spPr>
      </p:sp>
      <p:sp>
        <p:nvSpPr>
          <p:cNvPr id="4" name="">
            <a:extLst xmlns:a="http://schemas.openxmlformats.org/drawingml/2006/main">
              <a:ext uri="{FF2B5EF4-FFF2-40B4-BE49-F238E27FC236}">
                <a16:creationId xmlns:a16="http://schemas.microsoft.com/office/drawing/2014/main" id="{E9840296-60F2-4ED6-A62A-960587657341}"/>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p:spPr>
      </p:sp>
      <p:sp>
        <p:nvSpPr>
          <p:cNvPr id="5" name="">
            <a:extLst xmlns:a="http://schemas.openxmlformats.org/drawingml/2006/main">
              <a:ext uri="{FF2B5EF4-FFF2-40B4-BE49-F238E27FC236}">
                <a16:creationId xmlns:a16="http://schemas.microsoft.com/office/drawing/2014/main" id="{4EC179C0-7B4B-44CF-A10C-C50C53AA902C}"/>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p:spPr>
      </p:sp>
      <p:sp>
        <p:nvSpPr>
          <p:cNvPr id="6" name="">
            <a:extLst xmlns:a="http://schemas.openxmlformats.org/drawingml/2006/main">
              <a:ext uri="{FF2B5EF4-FFF2-40B4-BE49-F238E27FC236}">
                <a16:creationId xmlns:a16="http://schemas.microsoft.com/office/drawing/2014/main" id="{1162A8F5-3576-4E8B-A0D8-36673BC8F2F8}"/>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p:spPr>
      </p:sp>
      <p:sp>
        <p:nvSpPr>
          <p:cNvPr id="7" name="">
            <a:extLst xmlns:a="http://schemas.openxmlformats.org/drawingml/2006/main">
              <a:ext uri="{FF2B5EF4-FFF2-40B4-BE49-F238E27FC236}">
                <a16:creationId xmlns:a16="http://schemas.microsoft.com/office/drawing/2014/main" id="{046D5FAE-5190-4D7D-847F-3F462B152427}"/>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p:spPr>
      </p:sp>
      <p:sp>
        <p:nvSpPr>
          <p:cNvPr id="8" name="">
            <a:extLst xmlns:a="http://schemas.openxmlformats.org/drawingml/2006/main">
              <a:ext uri="{FF2B5EF4-FFF2-40B4-BE49-F238E27FC236}">
                <a16:creationId xmlns:a16="http://schemas.microsoft.com/office/drawing/2014/main" id="{AD532C91-3EEC-45E3-B3DD-E204008435DC}"/>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p:spPr>
      </p:sp>
      <p:sp>
        <p:nvSpPr>
          <p:cNvPr id="9" name="">
            <a:extLst xmlns:a="http://schemas.openxmlformats.org/drawingml/2006/main">
              <a:ext uri="{FF2B5EF4-FFF2-40B4-BE49-F238E27FC236}">
                <a16:creationId xmlns:a16="http://schemas.microsoft.com/office/drawing/2014/main" id="{7FA03867-7F29-4C9F-9ED9-CD6107BC5137}"/>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p:spPr>
      </p:sp>
      <p:sp>
        <p:nvSpPr>
          <p:cNvPr id="10" name="">
            <a:extLst xmlns:a="http://schemas.openxmlformats.org/drawingml/2006/main">
              <a:ext uri="{FF2B5EF4-FFF2-40B4-BE49-F238E27FC236}">
                <a16:creationId xmlns:a16="http://schemas.microsoft.com/office/drawing/2014/main" id="{75DC7885-0525-4DE2-A5DD-A64A527C89BB}"/>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p:spPr>
      </p:sp>
      <p:sp>
        <p:nvSpPr>
          <p:cNvPr id="11" name="">
            <a:extLst xmlns:a="http://schemas.openxmlformats.org/drawingml/2006/main">
              <a:ext uri="{FF2B5EF4-FFF2-40B4-BE49-F238E27FC236}">
                <a16:creationId xmlns:a16="http://schemas.microsoft.com/office/drawing/2014/main" id="{BF9D1BDD-AC94-4FEB-B7A6-E35B5E704489}"/>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p:spPr>
      </p:sp>
      <p:sp>
        <p:nvSpPr>
          <p:cNvPr id="12" name="">
            <a:extLst xmlns:a="http://schemas.openxmlformats.org/drawingml/2006/main">
              <a:ext uri="{FF2B5EF4-FFF2-40B4-BE49-F238E27FC236}">
                <a16:creationId xmlns:a16="http://schemas.microsoft.com/office/drawing/2014/main" id="{F649966D-8860-4980-BB49-B881FB5BED69}"/>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p:spPr>
      </p:sp>
      <p:sp>
        <p:nvSpPr>
          <p:cNvPr id="13" name="">
            <a:extLst xmlns:a="http://schemas.openxmlformats.org/drawingml/2006/main">
              <a:ext uri="{FF2B5EF4-FFF2-40B4-BE49-F238E27FC236}">
                <a16:creationId xmlns:a16="http://schemas.microsoft.com/office/drawing/2014/main" id="{E3A46A02-327D-4976-A6B7-780518BB45EC}"/>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p:spPr>
      </p:sp>
      <p:sp>
        <p:nvSpPr>
          <p:cNvPr id="14" name="">
            <a:extLst xmlns:a="http://schemas.openxmlformats.org/drawingml/2006/main">
              <a:ext uri="{FF2B5EF4-FFF2-40B4-BE49-F238E27FC236}">
                <a16:creationId xmlns:a16="http://schemas.microsoft.com/office/drawing/2014/main" id="{EDF4FFD5-125E-4AD7-B955-832C0C6BEF32}"/>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p:spPr>
      </p:sp>
      <p:sp>
        <p:nvSpPr>
          <p:cNvPr id="15" name="">
            <a:extLst xmlns:a="http://schemas.openxmlformats.org/drawingml/2006/main">
              <a:ext uri="{FF2B5EF4-FFF2-40B4-BE49-F238E27FC236}">
                <a16:creationId xmlns:a16="http://schemas.microsoft.com/office/drawing/2014/main" id="{32014FBD-0F8D-4E97-BE99-F125FEBE5965}"/>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p:spPr>
      </p:sp>
      <p:sp>
        <p:nvSpPr>
          <p:cNvPr id="16" name="">
            <a:extLst xmlns:a="http://schemas.openxmlformats.org/drawingml/2006/main">
              <a:ext uri="{FF2B5EF4-FFF2-40B4-BE49-F238E27FC236}">
                <a16:creationId xmlns:a16="http://schemas.microsoft.com/office/drawing/2014/main" id="{B6897A05-CA94-477F-89FB-ACB1DA8BD144}"/>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p:spPr>
      </p:sp>
      <p:sp>
        <p:nvSpPr>
          <p:cNvPr id="17" name="">
            <a:extLst xmlns:a="http://schemas.openxmlformats.org/drawingml/2006/main">
              <a:ext uri="{FF2B5EF4-FFF2-40B4-BE49-F238E27FC236}">
                <a16:creationId xmlns:a16="http://schemas.microsoft.com/office/drawing/2014/main" id="{7F054548-830A-4549-958F-17C0C9F2BEEC}"/>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p:spPr>
      </p:sp>
      <p:sp>
        <p:nvSpPr>
          <p:cNvPr id="18" name="">
            <a:extLst xmlns:a="http://schemas.openxmlformats.org/drawingml/2006/main">
              <a:ext uri="{FF2B5EF4-FFF2-40B4-BE49-F238E27FC236}">
                <a16:creationId xmlns:a16="http://schemas.microsoft.com/office/drawing/2014/main" id="{0790F917-28EB-4714-95A9-ACA6D21287A4}"/>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p:spPr>
      </p:sp>
      <p:sp>
        <p:nvSpPr>
          <p:cNvPr id="19" name="">
            <a:extLst xmlns:a="http://schemas.openxmlformats.org/drawingml/2006/main">
              <a:ext uri="{FF2B5EF4-FFF2-40B4-BE49-F238E27FC236}">
                <a16:creationId xmlns:a16="http://schemas.microsoft.com/office/drawing/2014/main" id="{C2679F0B-B5AB-476E-AAC7-CE33EDB72383}"/>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p:spPr>
      </p:sp>
      <p:sp>
        <p:nvSpPr>
          <p:cNvPr id="20" name="">
            <a:extLst xmlns:a="http://schemas.openxmlformats.org/drawingml/2006/main">
              <a:ext uri="{FF2B5EF4-FFF2-40B4-BE49-F238E27FC236}">
                <a16:creationId xmlns:a16="http://schemas.microsoft.com/office/drawing/2014/main" id="{9CEC32B0-CE10-4362-B68A-5D67034BC343}"/>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p:spPr>
      </p:sp>
      <p:sp>
        <p:nvSpPr>
          <p:cNvPr id="21" name="">
            <a:extLst xmlns:a="http://schemas.openxmlformats.org/drawingml/2006/main">
              <a:ext uri="{FF2B5EF4-FFF2-40B4-BE49-F238E27FC236}">
                <a16:creationId xmlns:a16="http://schemas.microsoft.com/office/drawing/2014/main" id="{F407CAF4-59B9-4E69-B7CB-D51A66ED2F76}"/>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p:spPr>
      </p:sp>
      <p:sp>
        <p:nvSpPr>
          <p:cNvPr id="22" name="">
            <a:extLst xmlns:a="http://schemas.openxmlformats.org/drawingml/2006/main">
              <a:ext uri="{FF2B5EF4-FFF2-40B4-BE49-F238E27FC236}">
                <a16:creationId xmlns:a16="http://schemas.microsoft.com/office/drawing/2014/main" id="{B6A1B9AC-7DA2-42B6-B6A8-22D6E47E2E99}"/>
              </a:ext>
            </a:extLst>
          </p:cNvPr>
          <p:cNvSpPr>
            <a:spLocks xmlns:a="http://schemas.openxmlformats.org/drawingml/2006/main" noGrp="1"/>
          </p:cNvSpPr>
          <p:nvPr/>
        </p:nvSpPr>
        <p:spPr>
          <a:xfrm xmlns:a="http://schemas.openxmlformats.org/drawingml/2006/main">
            <a:off x="12192000" y="0"/>
            <a:ext cx="0" cy="6858000"/>
          </a:xfrm>
          <a:prstGeom xmlns:a="http://schemas.openxmlformats.org/drawingml/2006/main" prst="line">
            <a:avLst/>
          </a:prstGeom>
          <a:noFill xmlns:a="http://schemas.openxmlformats.org/drawingml/2006/main"/>
        </p:spPr>
      </p:sp>
      <p:sp>
        <p:nvSpPr>
          <p:cNvPr id="23" name="">
            <a:extLst xmlns:a="http://schemas.openxmlformats.org/drawingml/2006/main">
              <a:ext uri="{FF2B5EF4-FFF2-40B4-BE49-F238E27FC236}">
                <a16:creationId xmlns:a16="http://schemas.microsoft.com/office/drawing/2014/main" id="{32BF0D0E-6AB1-4135-AEFF-E61208C71D43}"/>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p:spPr>
      </p:sp>
      <p:sp>
        <p:nvSpPr>
          <p:cNvPr id="24" name="">
            <a:extLst xmlns:a="http://schemas.openxmlformats.org/drawingml/2006/main">
              <a:ext uri="{FF2B5EF4-FFF2-40B4-BE49-F238E27FC236}">
                <a16:creationId xmlns:a16="http://schemas.microsoft.com/office/drawing/2014/main" id="{DFB2393E-B6D7-4F1D-8EA1-A95B54B774EC}"/>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p:spPr>
      </p:sp>
      <p:sp>
        <p:nvSpPr>
          <p:cNvPr id="25" name="">
            <a:extLst xmlns:a="http://schemas.openxmlformats.org/drawingml/2006/main">
              <a:ext uri="{FF2B5EF4-FFF2-40B4-BE49-F238E27FC236}">
                <a16:creationId xmlns:a16="http://schemas.microsoft.com/office/drawing/2014/main" id="{6D0CF40E-3429-4263-9ED4-442FEF149375}"/>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p:spPr>
      </p:sp>
      <p:sp>
        <p:nvSpPr>
          <p:cNvPr id="26" name="">
            <a:extLst xmlns:a="http://schemas.openxmlformats.org/drawingml/2006/main">
              <a:ext uri="{FF2B5EF4-FFF2-40B4-BE49-F238E27FC236}">
                <a16:creationId xmlns:a16="http://schemas.microsoft.com/office/drawing/2014/main" id="{BB27B34B-7B05-47DD-9D79-2F669D67070B}"/>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p:spPr>
      </p:sp>
      <p:sp>
        <p:nvSpPr>
          <p:cNvPr id="27" name="">
            <a:extLst xmlns:a="http://schemas.openxmlformats.org/drawingml/2006/main">
              <a:ext uri="{FF2B5EF4-FFF2-40B4-BE49-F238E27FC236}">
                <a16:creationId xmlns:a16="http://schemas.microsoft.com/office/drawing/2014/main" id="{1D4571BD-8880-40B2-9FDD-779E20F2E27D}"/>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p:spPr>
      </p:sp>
      <p:sp>
        <p:nvSpPr>
          <p:cNvPr id="28" name="">
            <a:extLst xmlns:a="http://schemas.openxmlformats.org/drawingml/2006/main">
              <a:ext uri="{FF2B5EF4-FFF2-40B4-BE49-F238E27FC236}">
                <a16:creationId xmlns:a16="http://schemas.microsoft.com/office/drawing/2014/main" id="{35159A45-DC00-4A47-B863-626C36E463F1}"/>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p:spPr>
      </p:sp>
      <p:sp>
        <p:nvSpPr>
          <p:cNvPr id="29" name="">
            <a:extLst xmlns:a="http://schemas.openxmlformats.org/drawingml/2006/main">
              <a:ext uri="{FF2B5EF4-FFF2-40B4-BE49-F238E27FC236}">
                <a16:creationId xmlns:a16="http://schemas.microsoft.com/office/drawing/2014/main" id="{19F5FD28-D058-404D-9048-4F5CA62C22EF}"/>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p:spPr>
      </p:sp>
      <p:sp>
        <p:nvSpPr>
          <p:cNvPr id="30" name="">
            <a:extLst xmlns:a="http://schemas.openxmlformats.org/drawingml/2006/main">
              <a:ext uri="{FF2B5EF4-FFF2-40B4-BE49-F238E27FC236}">
                <a16:creationId xmlns:a16="http://schemas.microsoft.com/office/drawing/2014/main" id="{42526A8D-0763-4E03-8E49-836821D5F595}"/>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p:spPr>
      </p:sp>
      <p:sp>
        <p:nvSpPr>
          <p:cNvPr id="31" name="">
            <a:extLst xmlns:a="http://schemas.openxmlformats.org/drawingml/2006/main">
              <a:ext uri="{FF2B5EF4-FFF2-40B4-BE49-F238E27FC236}">
                <a16:creationId xmlns:a16="http://schemas.microsoft.com/office/drawing/2014/main" id="{8DF2FA9C-EA1B-41C9-9D1E-B589091AF3F5}"/>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p:spPr>
      </p:sp>
      <p:sp>
        <p:nvSpPr>
          <p:cNvPr id="32" name="">
            <a:extLst xmlns:a="http://schemas.openxmlformats.org/drawingml/2006/main">
              <a:ext uri="{FF2B5EF4-FFF2-40B4-BE49-F238E27FC236}">
                <a16:creationId xmlns:a16="http://schemas.microsoft.com/office/drawing/2014/main" id="{7CD7407F-E9DA-4BF1-92FA-5A7CE2AF3FA7}"/>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p:spPr>
      </p:sp>
      <p:sp>
        <p:nvSpPr>
          <p:cNvPr id="33" name="">
            <a:extLst xmlns:a="http://schemas.openxmlformats.org/drawingml/2006/main">
              <a:ext uri="{FF2B5EF4-FFF2-40B4-BE49-F238E27FC236}">
                <a16:creationId xmlns:a16="http://schemas.microsoft.com/office/drawing/2014/main" id="{976384FC-A94F-4970-BEE6-CA71A88E10B6}"/>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p:spPr>
      </p:sp>
      <p:sp>
        <p:nvSpPr>
          <p:cNvPr id="34" name="">
            <a:extLst xmlns:a="http://schemas.openxmlformats.org/drawingml/2006/main">
              <a:ext uri="{FF2B5EF4-FFF2-40B4-BE49-F238E27FC236}">
                <a16:creationId xmlns:a16="http://schemas.microsoft.com/office/drawing/2014/main" id="{DAEC8095-3B37-4930-95B8-28450D440AFE}"/>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p:spPr>
      </p:sp>
      <p:sp>
        <p:nvSpPr>
          <p:cNvPr id="35" name="">
            <a:extLst xmlns:a="http://schemas.openxmlformats.org/drawingml/2006/main">
              <a:ext uri="{FF2B5EF4-FFF2-40B4-BE49-F238E27FC236}">
                <a16:creationId xmlns:a16="http://schemas.microsoft.com/office/drawing/2014/main" id="{16378901-2F67-4477-8671-03F6A7EECED2}"/>
              </a:ext>
            </a:extLst>
          </p:cNvPr>
          <p:cNvSpPr>
            <a:spLocks xmlns:a="http://schemas.openxmlformats.org/drawingml/2006/main" noGrp="1"/>
          </p:cNvSpPr>
          <p:nvPr/>
        </p:nvSpPr>
        <p:spPr>
          <a:xfrm xmlns:a="http://schemas.openxmlformats.org/drawingml/2006/main">
            <a:off x="685800" y="381000"/>
            <a:ext cx="3429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6AA6B8"/>
                </a:solidFill>
                <a:latin typeface="Aptos"/>
                <a:ea typeface="Aptos"/>
                <a:cs typeface="Aptos"/>
              </a:defRPr>
            </a:pPr>
            <a:r>
              <a:rPr sz="900" b="1">
                <a:solidFill>
                  <a:srgbClr val="6AA6B8"/>
                </a:solidFill>
                <a:latin typeface="Aptos"/>
                <a:ea typeface="Aptos"/>
                <a:cs typeface="Aptos"/>
              </a:rPr>
              <a:t>SANGAM SETU / MAHAKUMBH 2028</a:t>
            </a:r>
          </a:p>
        </p:txBody>
      </p:sp>
      <p:sp>
        <p:nvSpPr>
          <p:cNvPr id="36" name="">
            <a:extLst xmlns:a="http://schemas.openxmlformats.org/drawingml/2006/main">
              <a:ext uri="{FF2B5EF4-FFF2-40B4-BE49-F238E27FC236}">
                <a16:creationId xmlns:a16="http://schemas.microsoft.com/office/drawing/2014/main" id="{E06107A1-07DE-4560-A489-FD3E061678B3}"/>
              </a:ext>
            </a:extLst>
          </p:cNvPr>
          <p:cNvSpPr>
            <a:spLocks xmlns:a="http://schemas.openxmlformats.org/drawingml/2006/main" noGrp="1"/>
          </p:cNvSpPr>
          <p:nvPr/>
        </p:nvSpPr>
        <p:spPr>
          <a:xfrm xmlns:a="http://schemas.openxmlformats.org/drawingml/2006/main">
            <a:off x="11315700" y="381000"/>
            <a:ext cx="571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r">
              <a:defRPr sz="900" b="0">
                <a:solidFill>
                  <a:srgbClr val="A8A195"/>
                </a:solidFill>
                <a:latin typeface="Aptos"/>
                <a:ea typeface="Aptos"/>
                <a:cs typeface="Aptos"/>
              </a:defRPr>
            </a:pPr>
            <a:r>
              <a:rPr sz="900" b="0">
                <a:solidFill>
                  <a:srgbClr val="A8A195"/>
                </a:solidFill>
                <a:latin typeface="Aptos"/>
                <a:ea typeface="Aptos"/>
                <a:cs typeface="Aptos"/>
              </a:rPr>
              <a:t>02</a:t>
            </a:r>
          </a:p>
        </p:txBody>
      </p:sp>
      <p:sp>
        <p:nvSpPr>
          <p:cNvPr id="37" name="">
            <a:extLst xmlns:a="http://schemas.openxmlformats.org/drawingml/2006/main">
              <a:ext uri="{FF2B5EF4-FFF2-40B4-BE49-F238E27FC236}">
                <a16:creationId xmlns:a16="http://schemas.microsoft.com/office/drawing/2014/main" id="{D87B9502-82B8-4699-8814-656AA1339EA7}"/>
              </a:ext>
            </a:extLst>
          </p:cNvPr>
          <p:cNvSpPr>
            <a:spLocks xmlns:a="http://schemas.openxmlformats.org/drawingml/2006/main" noGrp="1"/>
          </p:cNvSpPr>
          <p:nvPr/>
        </p:nvSpPr>
        <p:spPr>
          <a:xfrm xmlns:a="http://schemas.openxmlformats.org/drawingml/2006/main">
            <a:off x="685800" y="6362700"/>
            <a:ext cx="11201400" cy="0"/>
          </a:xfrm>
          <a:prstGeom xmlns:a="http://schemas.openxmlformats.org/drawingml/2006/main" prst="line">
            <a:avLst/>
          </a:prstGeom>
          <a:noFill xmlns:a="http://schemas.openxmlformats.org/drawingml/2006/main"/>
        </p:spPr>
      </p:sp>
      <p:sp>
        <p:nvSpPr>
          <p:cNvPr id="38" name="">
            <a:extLst xmlns:a="http://schemas.openxmlformats.org/drawingml/2006/main">
              <a:ext uri="{FF2B5EF4-FFF2-40B4-BE49-F238E27FC236}">
                <a16:creationId xmlns:a16="http://schemas.microsoft.com/office/drawing/2014/main" id="{93DDA89E-79A3-4F5A-B89D-F00D6A8980FD}"/>
              </a:ext>
            </a:extLst>
          </p:cNvPr>
          <p:cNvSpPr>
            <a:spLocks xmlns:a="http://schemas.openxmlformats.org/drawingml/2006/main" noGrp="1"/>
          </p:cNvSpPr>
          <p:nvPr/>
        </p:nvSpPr>
        <p:spPr>
          <a:xfrm xmlns:a="http://schemas.openxmlformats.org/drawingml/2006/main">
            <a:off x="685800" y="914400"/>
            <a:ext cx="8763000"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850" b="1">
                <a:solidFill>
                  <a:srgbClr val="F5EFE3"/>
                </a:solidFill>
                <a:latin typeface="Georgia"/>
                <a:ea typeface="Georgia"/>
                <a:cs typeface="Georgia"/>
              </a:defRPr>
            </a:pPr>
            <a:r>
              <a:rPr sz="2850" b="1">
                <a:solidFill>
                  <a:srgbClr val="F5EFE3"/>
                </a:solidFill>
                <a:latin typeface="Georgia"/>
                <a:ea typeface="Georgia"/>
                <a:cs typeface="Georgia"/>
              </a:rPr>
              <a:t>The problem is not lack of data. It is fragmented attention.</a:t>
            </a:r>
          </a:p>
        </p:txBody>
      </p:sp>
      <p:sp>
        <p:nvSpPr>
          <p:cNvPr id="39" name="">
            <a:extLst xmlns:a="http://schemas.openxmlformats.org/drawingml/2006/main">
              <a:ext uri="{FF2B5EF4-FFF2-40B4-BE49-F238E27FC236}">
                <a16:creationId xmlns:a16="http://schemas.microsoft.com/office/drawing/2014/main" id="{AEB43F68-C7A9-440F-BE3B-F003C21CB0BB}"/>
              </a:ext>
            </a:extLst>
          </p:cNvPr>
          <p:cNvSpPr>
            <a:spLocks xmlns:a="http://schemas.openxmlformats.org/drawingml/2006/main" noGrp="1"/>
          </p:cNvSpPr>
          <p:nvPr/>
        </p:nvSpPr>
        <p:spPr>
          <a:xfrm xmlns:a="http://schemas.openxmlformats.org/drawingml/2006/main">
            <a:off x="704850" y="1790700"/>
            <a:ext cx="8477250" cy="666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0">
                <a:solidFill>
                  <a:srgbClr val="A8A195"/>
                </a:solidFill>
                <a:latin typeface="Aptos"/>
                <a:ea typeface="Aptos"/>
                <a:cs typeface="Aptos"/>
              </a:defRPr>
            </a:pPr>
            <a:r>
              <a:rPr sz="1350" b="0">
                <a:solidFill>
                  <a:srgbClr val="A8A195"/>
                </a:solidFill>
                <a:latin typeface="Aptos"/>
                <a:ea typeface="Aptos"/>
                <a:cs typeface="Aptos"/>
              </a:rPr>
              <a:t>Large events run on separate radio calls, spreadsheets, CCTV rooms, transport desks, medical posts, and volunteer groups. The command team needs one place to see where pressure is forming and what to do next.</a:t>
            </a:r>
          </a:p>
        </p:txBody>
      </p:sp>
      <p:sp>
        <p:nvSpPr>
          <p:cNvPr id="40" name="">
            <a:extLst xmlns:a="http://schemas.openxmlformats.org/drawingml/2006/main">
              <a:ext uri="{FF2B5EF4-FFF2-40B4-BE49-F238E27FC236}">
                <a16:creationId xmlns:a16="http://schemas.microsoft.com/office/drawing/2014/main" id="{95A72827-C089-4BF7-A6D9-C5966E9FF7AC}"/>
              </a:ext>
            </a:extLst>
          </p:cNvPr>
          <p:cNvSpPr>
            <a:spLocks xmlns:a="http://schemas.openxmlformats.org/drawingml/2006/main" noGrp="1"/>
          </p:cNvSpPr>
          <p:nvPr/>
        </p:nvSpPr>
        <p:spPr>
          <a:xfrm xmlns:a="http://schemas.openxmlformats.org/drawingml/2006/main">
            <a:off x="685800" y="3086100"/>
            <a:ext cx="2857500" cy="1238250"/>
          </a:xfrm>
          <a:prstGeom xmlns:a="http://schemas.openxmlformats.org/drawingml/2006/main" prst="rect">
            <a:avLst/>
          </a:prstGeom>
          <a:solidFill xmlns:a="http://schemas.openxmlformats.org/drawingml/2006/main">
            <a:srgbClr val="EDE6D8">
              <a:alpha val="5500"/>
            </a:srgbClr>
          </a:solidFill>
        </p:spPr>
      </p:sp>
      <p:sp>
        <p:nvSpPr>
          <p:cNvPr id="41" name="">
            <a:extLst xmlns:a="http://schemas.openxmlformats.org/drawingml/2006/main">
              <a:ext uri="{FF2B5EF4-FFF2-40B4-BE49-F238E27FC236}">
                <a16:creationId xmlns:a16="http://schemas.microsoft.com/office/drawing/2014/main" id="{06FD8F12-2DEC-4AB1-A237-C78B6FD6AB3D}"/>
              </a:ext>
            </a:extLst>
          </p:cNvPr>
          <p:cNvSpPr>
            <a:spLocks xmlns:a="http://schemas.openxmlformats.org/drawingml/2006/main" noGrp="1"/>
          </p:cNvSpPr>
          <p:nvPr/>
        </p:nvSpPr>
        <p:spPr>
          <a:xfrm xmlns:a="http://schemas.openxmlformats.org/drawingml/2006/main">
            <a:off x="685800" y="3086100"/>
            <a:ext cx="38100" cy="1238250"/>
          </a:xfrm>
          <a:prstGeom xmlns:a="http://schemas.openxmlformats.org/drawingml/2006/main" prst="rect">
            <a:avLst/>
          </a:prstGeom>
          <a:solidFill xmlns:a="http://schemas.openxmlformats.org/drawingml/2006/main">
            <a:srgbClr val="B85245"/>
          </a:solidFill>
        </p:spPr>
      </p:sp>
      <p:sp>
        <p:nvSpPr>
          <p:cNvPr id="42" name="">
            <a:extLst xmlns:a="http://schemas.openxmlformats.org/drawingml/2006/main">
              <a:ext uri="{FF2B5EF4-FFF2-40B4-BE49-F238E27FC236}">
                <a16:creationId xmlns:a16="http://schemas.microsoft.com/office/drawing/2014/main" id="{40D81DEA-04A0-41B9-9447-E9532E6398D0}"/>
              </a:ext>
            </a:extLst>
          </p:cNvPr>
          <p:cNvSpPr>
            <a:spLocks xmlns:a="http://schemas.openxmlformats.org/drawingml/2006/main" noGrp="1"/>
          </p:cNvSpPr>
          <p:nvPr/>
        </p:nvSpPr>
        <p:spPr>
          <a:xfrm xmlns:a="http://schemas.openxmlformats.org/drawingml/2006/main">
            <a:off x="857250" y="3257550"/>
            <a:ext cx="25146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Crowd movement</a:t>
            </a:r>
          </a:p>
        </p:txBody>
      </p:sp>
      <p:sp>
        <p:nvSpPr>
          <p:cNvPr id="43" name="">
            <a:extLst xmlns:a="http://schemas.openxmlformats.org/drawingml/2006/main">
              <a:ext uri="{FF2B5EF4-FFF2-40B4-BE49-F238E27FC236}">
                <a16:creationId xmlns:a16="http://schemas.microsoft.com/office/drawing/2014/main" id="{9A9FA67E-528E-4071-B67E-C8FA766521EC}"/>
              </a:ext>
            </a:extLst>
          </p:cNvPr>
          <p:cNvSpPr>
            <a:spLocks xmlns:a="http://schemas.openxmlformats.org/drawingml/2006/main" noGrp="1"/>
          </p:cNvSpPr>
          <p:nvPr/>
        </p:nvSpPr>
        <p:spPr>
          <a:xfrm xmlns:a="http://schemas.openxmlformats.org/drawingml/2006/main">
            <a:off x="857250" y="3600450"/>
            <a:ext cx="251460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Density changes every few minutes near ghats, bridges, and entry gates.</a:t>
            </a:r>
          </a:p>
        </p:txBody>
      </p:sp>
      <p:sp>
        <p:nvSpPr>
          <p:cNvPr id="44" name="">
            <a:extLst xmlns:a="http://schemas.openxmlformats.org/drawingml/2006/main">
              <a:ext uri="{FF2B5EF4-FFF2-40B4-BE49-F238E27FC236}">
                <a16:creationId xmlns:a16="http://schemas.microsoft.com/office/drawing/2014/main" id="{F1050468-1E8F-4940-B5E7-A11B81CD06F0}"/>
              </a:ext>
            </a:extLst>
          </p:cNvPr>
          <p:cNvSpPr>
            <a:spLocks xmlns:a="http://schemas.openxmlformats.org/drawingml/2006/main" noGrp="1"/>
          </p:cNvSpPr>
          <p:nvPr/>
        </p:nvSpPr>
        <p:spPr>
          <a:xfrm xmlns:a="http://schemas.openxmlformats.org/drawingml/2006/main">
            <a:off x="3790950" y="3086100"/>
            <a:ext cx="2857500" cy="1238250"/>
          </a:xfrm>
          <a:prstGeom xmlns:a="http://schemas.openxmlformats.org/drawingml/2006/main" prst="rect">
            <a:avLst/>
          </a:prstGeom>
          <a:solidFill xmlns:a="http://schemas.openxmlformats.org/drawingml/2006/main">
            <a:srgbClr val="EDE6D8">
              <a:alpha val="5500"/>
            </a:srgbClr>
          </a:solidFill>
        </p:spPr>
      </p:sp>
      <p:sp>
        <p:nvSpPr>
          <p:cNvPr id="45" name="">
            <a:extLst xmlns:a="http://schemas.openxmlformats.org/drawingml/2006/main">
              <a:ext uri="{FF2B5EF4-FFF2-40B4-BE49-F238E27FC236}">
                <a16:creationId xmlns:a16="http://schemas.microsoft.com/office/drawing/2014/main" id="{B4010A7E-3F7D-44E4-BA98-7D3D2E41C4ED}"/>
              </a:ext>
            </a:extLst>
          </p:cNvPr>
          <p:cNvSpPr>
            <a:spLocks xmlns:a="http://schemas.openxmlformats.org/drawingml/2006/main" noGrp="1"/>
          </p:cNvSpPr>
          <p:nvPr/>
        </p:nvSpPr>
        <p:spPr>
          <a:xfrm xmlns:a="http://schemas.openxmlformats.org/drawingml/2006/main">
            <a:off x="3790950" y="3086100"/>
            <a:ext cx="38100" cy="1238250"/>
          </a:xfrm>
          <a:prstGeom xmlns:a="http://schemas.openxmlformats.org/drawingml/2006/main" prst="rect">
            <a:avLst/>
          </a:prstGeom>
          <a:solidFill xmlns:a="http://schemas.openxmlformats.org/drawingml/2006/main">
            <a:srgbClr val="C9963D"/>
          </a:solidFill>
        </p:spPr>
      </p:sp>
      <p:sp>
        <p:nvSpPr>
          <p:cNvPr id="46" name="">
            <a:extLst xmlns:a="http://schemas.openxmlformats.org/drawingml/2006/main">
              <a:ext uri="{FF2B5EF4-FFF2-40B4-BE49-F238E27FC236}">
                <a16:creationId xmlns:a16="http://schemas.microsoft.com/office/drawing/2014/main" id="{48AE0177-57FA-4CEB-88C2-1D4BEA4E7A03}"/>
              </a:ext>
            </a:extLst>
          </p:cNvPr>
          <p:cNvSpPr>
            <a:spLocks xmlns:a="http://schemas.openxmlformats.org/drawingml/2006/main" noGrp="1"/>
          </p:cNvSpPr>
          <p:nvPr/>
        </p:nvSpPr>
        <p:spPr>
          <a:xfrm xmlns:a="http://schemas.openxmlformats.org/drawingml/2006/main">
            <a:off x="3962400" y="3257550"/>
            <a:ext cx="25146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Transport loops</a:t>
            </a:r>
          </a:p>
        </p:txBody>
      </p:sp>
      <p:sp>
        <p:nvSpPr>
          <p:cNvPr id="47" name="">
            <a:extLst xmlns:a="http://schemas.openxmlformats.org/drawingml/2006/main">
              <a:ext uri="{FF2B5EF4-FFF2-40B4-BE49-F238E27FC236}">
                <a16:creationId xmlns:a16="http://schemas.microsoft.com/office/drawing/2014/main" id="{046F89CD-8FF7-4EB0-BAF3-60583FFAFFD8}"/>
              </a:ext>
            </a:extLst>
          </p:cNvPr>
          <p:cNvSpPr>
            <a:spLocks xmlns:a="http://schemas.openxmlformats.org/drawingml/2006/main" noGrp="1"/>
          </p:cNvSpPr>
          <p:nvPr/>
        </p:nvSpPr>
        <p:spPr>
          <a:xfrm xmlns:a="http://schemas.openxmlformats.org/drawingml/2006/main">
            <a:off x="3962400" y="3600450"/>
            <a:ext cx="251460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Bus and rail shuttles can quietly become the next crowd bottleneck.</a:t>
            </a:r>
          </a:p>
        </p:txBody>
      </p:sp>
      <p:sp>
        <p:nvSpPr>
          <p:cNvPr id="48" name="">
            <a:extLst xmlns:a="http://schemas.openxmlformats.org/drawingml/2006/main">
              <a:ext uri="{FF2B5EF4-FFF2-40B4-BE49-F238E27FC236}">
                <a16:creationId xmlns:a16="http://schemas.microsoft.com/office/drawing/2014/main" id="{23C629A0-151E-48F9-A700-DF2D44B90F0C}"/>
              </a:ext>
            </a:extLst>
          </p:cNvPr>
          <p:cNvSpPr>
            <a:spLocks xmlns:a="http://schemas.openxmlformats.org/drawingml/2006/main" noGrp="1"/>
          </p:cNvSpPr>
          <p:nvPr/>
        </p:nvSpPr>
        <p:spPr>
          <a:xfrm xmlns:a="http://schemas.openxmlformats.org/drawingml/2006/main">
            <a:off x="6896100" y="3086100"/>
            <a:ext cx="2857500" cy="1238250"/>
          </a:xfrm>
          <a:prstGeom xmlns:a="http://schemas.openxmlformats.org/drawingml/2006/main" prst="rect">
            <a:avLst/>
          </a:prstGeom>
          <a:solidFill xmlns:a="http://schemas.openxmlformats.org/drawingml/2006/main">
            <a:srgbClr val="EDE6D8">
              <a:alpha val="5500"/>
            </a:srgbClr>
          </a:solidFill>
        </p:spPr>
      </p:sp>
      <p:sp>
        <p:nvSpPr>
          <p:cNvPr id="49" name="">
            <a:extLst xmlns:a="http://schemas.openxmlformats.org/drawingml/2006/main">
              <a:ext uri="{FF2B5EF4-FFF2-40B4-BE49-F238E27FC236}">
                <a16:creationId xmlns:a16="http://schemas.microsoft.com/office/drawing/2014/main" id="{8EDDD0F8-2FA8-4BDA-8DFE-864DF7287390}"/>
              </a:ext>
            </a:extLst>
          </p:cNvPr>
          <p:cNvSpPr>
            <a:spLocks xmlns:a="http://schemas.openxmlformats.org/drawingml/2006/main" noGrp="1"/>
          </p:cNvSpPr>
          <p:nvPr/>
        </p:nvSpPr>
        <p:spPr>
          <a:xfrm xmlns:a="http://schemas.openxmlformats.org/drawingml/2006/main">
            <a:off x="6896100" y="3086100"/>
            <a:ext cx="38100" cy="1238250"/>
          </a:xfrm>
          <a:prstGeom xmlns:a="http://schemas.openxmlformats.org/drawingml/2006/main" prst="rect">
            <a:avLst/>
          </a:prstGeom>
          <a:solidFill xmlns:a="http://schemas.openxmlformats.org/drawingml/2006/main">
            <a:srgbClr val="6AA6B8"/>
          </a:solidFill>
        </p:spPr>
      </p:sp>
      <p:sp>
        <p:nvSpPr>
          <p:cNvPr id="50" name="">
            <a:extLst xmlns:a="http://schemas.openxmlformats.org/drawingml/2006/main">
              <a:ext uri="{FF2B5EF4-FFF2-40B4-BE49-F238E27FC236}">
                <a16:creationId xmlns:a16="http://schemas.microsoft.com/office/drawing/2014/main" id="{6E701DAB-4D77-4431-A0FB-D5734CE954BA}"/>
              </a:ext>
            </a:extLst>
          </p:cNvPr>
          <p:cNvSpPr>
            <a:spLocks xmlns:a="http://schemas.openxmlformats.org/drawingml/2006/main" noGrp="1"/>
          </p:cNvSpPr>
          <p:nvPr/>
        </p:nvSpPr>
        <p:spPr>
          <a:xfrm xmlns:a="http://schemas.openxmlformats.org/drawingml/2006/main">
            <a:off x="7067550" y="3257550"/>
            <a:ext cx="25146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Incident SLAs</a:t>
            </a:r>
          </a:p>
        </p:txBody>
      </p:sp>
      <p:sp>
        <p:nvSpPr>
          <p:cNvPr id="51" name="">
            <a:extLst xmlns:a="http://schemas.openxmlformats.org/drawingml/2006/main">
              <a:ext uri="{FF2B5EF4-FFF2-40B4-BE49-F238E27FC236}">
                <a16:creationId xmlns:a16="http://schemas.microsoft.com/office/drawing/2014/main" id="{3CAE147A-55D6-4108-A0CC-9D5D660FAD7A}"/>
              </a:ext>
            </a:extLst>
          </p:cNvPr>
          <p:cNvSpPr>
            <a:spLocks xmlns:a="http://schemas.openxmlformats.org/drawingml/2006/main" noGrp="1"/>
          </p:cNvSpPr>
          <p:nvPr/>
        </p:nvSpPr>
        <p:spPr>
          <a:xfrm xmlns:a="http://schemas.openxmlformats.org/drawingml/2006/main">
            <a:off x="7067550" y="3600450"/>
            <a:ext cx="251460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Medical, lost-person, and barricade reports need a priority queue, not a chat trail.</a:t>
            </a:r>
          </a:p>
        </p:txBody>
      </p:sp>
      <p:sp>
        <p:nvSpPr>
          <p:cNvPr id="52" name="">
            <a:extLst xmlns:a="http://schemas.openxmlformats.org/drawingml/2006/main">
              <a:ext uri="{FF2B5EF4-FFF2-40B4-BE49-F238E27FC236}">
                <a16:creationId xmlns:a16="http://schemas.microsoft.com/office/drawing/2014/main" id="{4C316F64-9BB2-45F5-9A31-417638255528}"/>
              </a:ext>
            </a:extLst>
          </p:cNvPr>
          <p:cNvSpPr>
            <a:spLocks xmlns:a="http://schemas.openxmlformats.org/drawingml/2006/main" noGrp="1"/>
          </p:cNvSpPr>
          <p:nvPr/>
        </p:nvSpPr>
        <p:spPr>
          <a:xfrm xmlns:a="http://schemas.openxmlformats.org/drawingml/2006/main">
            <a:off x="2238375" y="4629150"/>
            <a:ext cx="2857500" cy="1238250"/>
          </a:xfrm>
          <a:prstGeom xmlns:a="http://schemas.openxmlformats.org/drawingml/2006/main" prst="rect">
            <a:avLst/>
          </a:prstGeom>
          <a:solidFill xmlns:a="http://schemas.openxmlformats.org/drawingml/2006/main">
            <a:srgbClr val="EDE6D8">
              <a:alpha val="5500"/>
            </a:srgbClr>
          </a:solidFill>
        </p:spPr>
      </p:sp>
      <p:sp>
        <p:nvSpPr>
          <p:cNvPr id="53" name="">
            <a:extLst xmlns:a="http://schemas.openxmlformats.org/drawingml/2006/main">
              <a:ext uri="{FF2B5EF4-FFF2-40B4-BE49-F238E27FC236}">
                <a16:creationId xmlns:a16="http://schemas.microsoft.com/office/drawing/2014/main" id="{0EEC984A-9C30-4489-AA11-8FEDAA7292A7}"/>
              </a:ext>
            </a:extLst>
          </p:cNvPr>
          <p:cNvSpPr>
            <a:spLocks xmlns:a="http://schemas.openxmlformats.org/drawingml/2006/main" noGrp="1"/>
          </p:cNvSpPr>
          <p:nvPr/>
        </p:nvSpPr>
        <p:spPr>
          <a:xfrm xmlns:a="http://schemas.openxmlformats.org/drawingml/2006/main">
            <a:off x="2238375" y="4629150"/>
            <a:ext cx="38100" cy="1238250"/>
          </a:xfrm>
          <a:prstGeom xmlns:a="http://schemas.openxmlformats.org/drawingml/2006/main" prst="rect">
            <a:avLst/>
          </a:prstGeom>
          <a:solidFill xmlns:a="http://schemas.openxmlformats.org/drawingml/2006/main">
            <a:srgbClr val="80A86B"/>
          </a:solidFill>
        </p:spPr>
      </p:sp>
      <p:sp>
        <p:nvSpPr>
          <p:cNvPr id="54" name="">
            <a:extLst xmlns:a="http://schemas.openxmlformats.org/drawingml/2006/main">
              <a:ext uri="{FF2B5EF4-FFF2-40B4-BE49-F238E27FC236}">
                <a16:creationId xmlns:a16="http://schemas.microsoft.com/office/drawing/2014/main" id="{C818190B-D98D-45A8-A132-5C76A7034131}"/>
              </a:ext>
            </a:extLst>
          </p:cNvPr>
          <p:cNvSpPr>
            <a:spLocks xmlns:a="http://schemas.openxmlformats.org/drawingml/2006/main" noGrp="1"/>
          </p:cNvSpPr>
          <p:nvPr/>
        </p:nvSpPr>
        <p:spPr>
          <a:xfrm xmlns:a="http://schemas.openxmlformats.org/drawingml/2006/main">
            <a:off x="2409825" y="4800600"/>
            <a:ext cx="25146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Volunteer deployment</a:t>
            </a:r>
          </a:p>
        </p:txBody>
      </p:sp>
      <p:sp>
        <p:nvSpPr>
          <p:cNvPr id="55" name="">
            <a:extLst xmlns:a="http://schemas.openxmlformats.org/drawingml/2006/main">
              <a:ext uri="{FF2B5EF4-FFF2-40B4-BE49-F238E27FC236}">
                <a16:creationId xmlns:a16="http://schemas.microsoft.com/office/drawing/2014/main" id="{E6FDD9CE-D302-4FDA-B8B6-18318816977A}"/>
              </a:ext>
            </a:extLst>
          </p:cNvPr>
          <p:cNvSpPr>
            <a:spLocks xmlns:a="http://schemas.openxmlformats.org/drawingml/2006/main" noGrp="1"/>
          </p:cNvSpPr>
          <p:nvPr/>
        </p:nvSpPr>
        <p:spPr>
          <a:xfrm xmlns:a="http://schemas.openxmlformats.org/drawingml/2006/main">
            <a:off x="2409825" y="5143500"/>
            <a:ext cx="251460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Coverage is valuable only when redeployable teams are visible to command.</a:t>
            </a:r>
          </a:p>
        </p:txBody>
      </p:sp>
      <p:sp>
        <p:nvSpPr>
          <p:cNvPr id="56" name="">
            <a:extLst xmlns:a="http://schemas.openxmlformats.org/drawingml/2006/main">
              <a:ext uri="{FF2B5EF4-FFF2-40B4-BE49-F238E27FC236}">
                <a16:creationId xmlns:a16="http://schemas.microsoft.com/office/drawing/2014/main" id="{EAF4859C-E872-45E7-B5C5-9424E2F2A7B4}"/>
              </a:ext>
            </a:extLst>
          </p:cNvPr>
          <p:cNvSpPr>
            <a:spLocks xmlns:a="http://schemas.openxmlformats.org/drawingml/2006/main" noGrp="1"/>
          </p:cNvSpPr>
          <p:nvPr/>
        </p:nvSpPr>
        <p:spPr>
          <a:xfrm xmlns:a="http://schemas.openxmlformats.org/drawingml/2006/main">
            <a:off x="5343525" y="4629150"/>
            <a:ext cx="2857500" cy="1238250"/>
          </a:xfrm>
          <a:prstGeom xmlns:a="http://schemas.openxmlformats.org/drawingml/2006/main" prst="rect">
            <a:avLst/>
          </a:prstGeom>
          <a:solidFill xmlns:a="http://schemas.openxmlformats.org/drawingml/2006/main">
            <a:srgbClr val="EDE6D8">
              <a:alpha val="5500"/>
            </a:srgbClr>
          </a:solidFill>
        </p:spPr>
      </p:sp>
      <p:sp>
        <p:nvSpPr>
          <p:cNvPr id="57" name="">
            <a:extLst xmlns:a="http://schemas.openxmlformats.org/drawingml/2006/main">
              <a:ext uri="{FF2B5EF4-FFF2-40B4-BE49-F238E27FC236}">
                <a16:creationId xmlns:a16="http://schemas.microsoft.com/office/drawing/2014/main" id="{76966432-C1C1-4CE5-B60E-C5FF95BBFFD9}"/>
              </a:ext>
            </a:extLst>
          </p:cNvPr>
          <p:cNvSpPr>
            <a:spLocks xmlns:a="http://schemas.openxmlformats.org/drawingml/2006/main" noGrp="1"/>
          </p:cNvSpPr>
          <p:nvPr/>
        </p:nvSpPr>
        <p:spPr>
          <a:xfrm xmlns:a="http://schemas.openxmlformats.org/drawingml/2006/main">
            <a:off x="5343525" y="4629150"/>
            <a:ext cx="38100" cy="1238250"/>
          </a:xfrm>
          <a:prstGeom xmlns:a="http://schemas.openxmlformats.org/drawingml/2006/main" prst="rect">
            <a:avLst/>
          </a:prstGeom>
          <a:solidFill xmlns:a="http://schemas.openxmlformats.org/drawingml/2006/main">
            <a:srgbClr val="D87A22"/>
          </a:solidFill>
        </p:spPr>
      </p:sp>
      <p:sp>
        <p:nvSpPr>
          <p:cNvPr id="58" name="">
            <a:extLst xmlns:a="http://schemas.openxmlformats.org/drawingml/2006/main">
              <a:ext uri="{FF2B5EF4-FFF2-40B4-BE49-F238E27FC236}">
                <a16:creationId xmlns:a16="http://schemas.microsoft.com/office/drawing/2014/main" id="{32574E37-3438-4326-AEC8-17335A7342B4}"/>
              </a:ext>
            </a:extLst>
          </p:cNvPr>
          <p:cNvSpPr>
            <a:spLocks xmlns:a="http://schemas.openxmlformats.org/drawingml/2006/main" noGrp="1"/>
          </p:cNvSpPr>
          <p:nvPr/>
        </p:nvSpPr>
        <p:spPr>
          <a:xfrm xmlns:a="http://schemas.openxmlformats.org/drawingml/2006/main">
            <a:off x="5514975" y="4800600"/>
            <a:ext cx="25146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Resource supply</a:t>
            </a:r>
          </a:p>
        </p:txBody>
      </p:sp>
      <p:sp>
        <p:nvSpPr>
          <p:cNvPr id="59" name="">
            <a:extLst xmlns:a="http://schemas.openxmlformats.org/drawingml/2006/main">
              <a:ext uri="{FF2B5EF4-FFF2-40B4-BE49-F238E27FC236}">
                <a16:creationId xmlns:a16="http://schemas.microsoft.com/office/drawing/2014/main" id="{66A8F8EF-0BD6-42E1-986E-871D4088DE54}"/>
              </a:ext>
            </a:extLst>
          </p:cNvPr>
          <p:cNvSpPr>
            <a:spLocks xmlns:a="http://schemas.openxmlformats.org/drawingml/2006/main" noGrp="1"/>
          </p:cNvSpPr>
          <p:nvPr/>
        </p:nvSpPr>
        <p:spPr>
          <a:xfrm xmlns:a="http://schemas.openxmlformats.org/drawingml/2006/main">
            <a:off x="5514975" y="5143500"/>
            <a:ext cx="251460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Water, medical units, police posts, and access routes need shared status.</a:t>
            </a:r>
          </a:p>
        </p:txBody>
      </p:sp>
      <p:sp>
        <p:nvSpPr>
          <p:cNvPr id="60" name="">
            <a:extLst xmlns:a="http://schemas.openxmlformats.org/drawingml/2006/main">
              <a:ext uri="{FF2B5EF4-FFF2-40B4-BE49-F238E27FC236}">
                <a16:creationId xmlns:a16="http://schemas.microsoft.com/office/drawing/2014/main" id="{9F0DEAB4-CDEE-4606-B740-04E8CDAD713E}"/>
              </a:ext>
            </a:extLst>
          </p:cNvPr>
          <p:cNvSpPr>
            <a:spLocks xmlns:a="http://schemas.openxmlformats.org/drawingml/2006/main" noGrp="1"/>
          </p:cNvSpPr>
          <p:nvPr/>
        </p:nvSpPr>
        <p:spPr>
          <a:xfrm xmlns:a="http://schemas.openxmlformats.org/drawingml/2006/main">
            <a:off x="9982200" y="3143250"/>
            <a:ext cx="1371600" cy="2476500"/>
          </a:xfrm>
          <a:prstGeom xmlns:a="http://schemas.openxmlformats.org/drawingml/2006/main" prst="line">
            <a:avLst/>
          </a:prstGeom>
          <a:noFill xmlns:a="http://schemas.openxmlformats.org/drawingml/2006/main"/>
        </p:spPr>
      </p:sp>
      <p:sp>
        <p:nvSpPr>
          <p:cNvPr id="61" name="">
            <a:extLst xmlns:a="http://schemas.openxmlformats.org/drawingml/2006/main">
              <a:ext uri="{FF2B5EF4-FFF2-40B4-BE49-F238E27FC236}">
                <a16:creationId xmlns:a16="http://schemas.microsoft.com/office/drawing/2014/main" id="{9A9B2489-8EB2-4DAD-B179-DA45043AA2A0}"/>
              </a:ext>
            </a:extLst>
          </p:cNvPr>
          <p:cNvSpPr>
            <a:spLocks xmlns:a="http://schemas.openxmlformats.org/drawingml/2006/main" noGrp="1"/>
          </p:cNvSpPr>
          <p:nvPr/>
        </p:nvSpPr>
        <p:spPr>
          <a:xfrm xmlns:a="http://schemas.openxmlformats.org/drawingml/2006/main">
            <a:off x="10382250" y="4000500"/>
            <a:ext cx="1143000" cy="666750"/>
          </a:xfrm>
          <a:prstGeom xmlns:a="http://schemas.openxmlformats.org/drawingml/2006/main" prst="rect">
            <a:avLst/>
          </a:prstGeom>
          <a:solidFill xmlns:a="http://schemas.openxmlformats.org/drawingml/2006/main">
            <a:srgbClr val="D87A22">
              <a:alpha val="16000"/>
            </a:srgbClr>
          </a:solidFill>
        </p:spPr>
      </p:sp>
      <p:sp>
        <p:nvSpPr>
          <p:cNvPr id="62" name="">
            <a:extLst xmlns:a="http://schemas.openxmlformats.org/drawingml/2006/main">
              <a:ext uri="{FF2B5EF4-FFF2-40B4-BE49-F238E27FC236}">
                <a16:creationId xmlns:a16="http://schemas.microsoft.com/office/drawing/2014/main" id="{41A59204-BBD1-4029-94E1-8C96C742DCD4}"/>
              </a:ext>
            </a:extLst>
          </p:cNvPr>
          <p:cNvSpPr>
            <a:spLocks xmlns:a="http://schemas.openxmlformats.org/drawingml/2006/main" noGrp="1"/>
          </p:cNvSpPr>
          <p:nvPr/>
        </p:nvSpPr>
        <p:spPr>
          <a:xfrm xmlns:a="http://schemas.openxmlformats.org/drawingml/2006/main">
            <a:off x="10496550" y="4171950"/>
            <a:ext cx="91440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1">
                <a:solidFill>
                  <a:srgbClr val="F5EFE3"/>
                </a:solidFill>
                <a:latin typeface="Aptos"/>
                <a:ea typeface="Aptos"/>
                <a:cs typeface="Aptos"/>
              </a:defRPr>
            </a:pPr>
            <a:r>
              <a:rPr sz="1050" b="1">
                <a:solidFill>
                  <a:srgbClr val="F5EFE3"/>
                </a:solidFill>
                <a:latin typeface="Aptos"/>
                <a:ea typeface="Aptos"/>
                <a:cs typeface="Aptos"/>
              </a:rPr>
              <a:t>Decision gap</a:t>
            </a:r>
          </a:p>
        </p:txBody>
      </p:sp>
      <p:sp>
        <p:nvSpPr>
          <p:cNvPr id="63" name="">
            <a:extLst xmlns:a="http://schemas.openxmlformats.org/drawingml/2006/main">
              <a:ext uri="{FF2B5EF4-FFF2-40B4-BE49-F238E27FC236}">
                <a16:creationId xmlns:a16="http://schemas.microsoft.com/office/drawing/2014/main" id="{08C4D22C-0E82-4AA0-9E92-4D897FFC1066}"/>
              </a:ext>
            </a:extLst>
          </p:cNvPr>
          <p:cNvSpPr>
            <a:spLocks xmlns:a="http://schemas.openxmlformats.org/drawingml/2006/main" noGrp="1"/>
          </p:cNvSpPr>
          <p:nvPr/>
        </p:nvSpPr>
        <p:spPr>
          <a:xfrm xmlns:a="http://schemas.openxmlformats.org/drawingml/2006/main">
            <a:off x="10496550" y="4400550"/>
            <a:ext cx="91440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Next 15-30 min</a:t>
            </a:r>
          </a:p>
        </p:txBody>
      </p:sp>
    </p:spTree>
    <p:extLst>
      <p:ext uri="{BB962C8B-B14F-4D97-AF65-F5344CB8AC3E}">
        <p14:creationId xmlns:p14="http://schemas.microsoft.com/office/powerpoint/2010/main" val="1756846566"/>
      </p:ext>
    </p:extLst>
  </p:cSld>
</p:sld>
</file>

<file path=ppt/slides/slide3.xml><?xml version="1.0" encoding="utf-8"?>
<p:sld xmlns:p="http://schemas.openxmlformats.org/presentationml/2006/main">
  <p:cSld>
    <p:bg>
      <p:bgPr>
        <a:solidFill xmlns:a="http://schemas.openxmlformats.org/drawingml/2006/main">
          <a:srgbClr val="101214"/>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499669-757C-4456-8016-9D7E8B8735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214"/>
          </a:solidFill>
        </p:spPr>
      </p:sp>
      <p:sp>
        <p:nvSpPr>
          <p:cNvPr id="2" name="">
            <a:extLst xmlns:a="http://schemas.openxmlformats.org/drawingml/2006/main">
              <a:ext uri="{FF2B5EF4-FFF2-40B4-BE49-F238E27FC236}">
                <a16:creationId xmlns:a16="http://schemas.microsoft.com/office/drawing/2014/main" id="{A7602992-4C83-4D5E-ADE2-3CE6F726BCA0}"/>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p:spPr>
      </p:sp>
      <p:sp>
        <p:nvSpPr>
          <p:cNvPr id="3" name="">
            <a:extLst xmlns:a="http://schemas.openxmlformats.org/drawingml/2006/main">
              <a:ext uri="{FF2B5EF4-FFF2-40B4-BE49-F238E27FC236}">
                <a16:creationId xmlns:a16="http://schemas.microsoft.com/office/drawing/2014/main" id="{0FFE65D6-CE30-45AD-A2BB-9A05115F0F6C}"/>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p:spPr>
      </p:sp>
      <p:sp>
        <p:nvSpPr>
          <p:cNvPr id="4" name="">
            <a:extLst xmlns:a="http://schemas.openxmlformats.org/drawingml/2006/main">
              <a:ext uri="{FF2B5EF4-FFF2-40B4-BE49-F238E27FC236}">
                <a16:creationId xmlns:a16="http://schemas.microsoft.com/office/drawing/2014/main" id="{0A648E62-BF28-4405-A790-F9D20243492B}"/>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p:spPr>
      </p:sp>
      <p:sp>
        <p:nvSpPr>
          <p:cNvPr id="5" name="">
            <a:extLst xmlns:a="http://schemas.openxmlformats.org/drawingml/2006/main">
              <a:ext uri="{FF2B5EF4-FFF2-40B4-BE49-F238E27FC236}">
                <a16:creationId xmlns:a16="http://schemas.microsoft.com/office/drawing/2014/main" id="{DA4608FF-BF02-4982-B2B3-DFB75CF17699}"/>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p:spPr>
      </p:sp>
      <p:sp>
        <p:nvSpPr>
          <p:cNvPr id="6" name="">
            <a:extLst xmlns:a="http://schemas.openxmlformats.org/drawingml/2006/main">
              <a:ext uri="{FF2B5EF4-FFF2-40B4-BE49-F238E27FC236}">
                <a16:creationId xmlns:a16="http://schemas.microsoft.com/office/drawing/2014/main" id="{8F638E55-A399-45A1-AC61-98D684F4F191}"/>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p:spPr>
      </p:sp>
      <p:sp>
        <p:nvSpPr>
          <p:cNvPr id="7" name="">
            <a:extLst xmlns:a="http://schemas.openxmlformats.org/drawingml/2006/main">
              <a:ext uri="{FF2B5EF4-FFF2-40B4-BE49-F238E27FC236}">
                <a16:creationId xmlns:a16="http://schemas.microsoft.com/office/drawing/2014/main" id="{01417E74-5648-4AA7-A18D-E99132A87C2B}"/>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p:spPr>
      </p:sp>
      <p:sp>
        <p:nvSpPr>
          <p:cNvPr id="8" name="">
            <a:extLst xmlns:a="http://schemas.openxmlformats.org/drawingml/2006/main">
              <a:ext uri="{FF2B5EF4-FFF2-40B4-BE49-F238E27FC236}">
                <a16:creationId xmlns:a16="http://schemas.microsoft.com/office/drawing/2014/main" id="{5FD59156-7A96-4D5B-97F6-0D9EA75EBF05}"/>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p:spPr>
      </p:sp>
      <p:sp>
        <p:nvSpPr>
          <p:cNvPr id="9" name="">
            <a:extLst xmlns:a="http://schemas.openxmlformats.org/drawingml/2006/main">
              <a:ext uri="{FF2B5EF4-FFF2-40B4-BE49-F238E27FC236}">
                <a16:creationId xmlns:a16="http://schemas.microsoft.com/office/drawing/2014/main" id="{395C2049-A4D5-4F32-86E0-3A14C0DB3992}"/>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p:spPr>
      </p:sp>
      <p:sp>
        <p:nvSpPr>
          <p:cNvPr id="10" name="">
            <a:extLst xmlns:a="http://schemas.openxmlformats.org/drawingml/2006/main">
              <a:ext uri="{FF2B5EF4-FFF2-40B4-BE49-F238E27FC236}">
                <a16:creationId xmlns:a16="http://schemas.microsoft.com/office/drawing/2014/main" id="{DA060D33-E9F2-4134-96BC-109AFEA472DD}"/>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p:spPr>
      </p:sp>
      <p:sp>
        <p:nvSpPr>
          <p:cNvPr id="11" name="">
            <a:extLst xmlns:a="http://schemas.openxmlformats.org/drawingml/2006/main">
              <a:ext uri="{FF2B5EF4-FFF2-40B4-BE49-F238E27FC236}">
                <a16:creationId xmlns:a16="http://schemas.microsoft.com/office/drawing/2014/main" id="{0407F3C5-1EC8-461D-BA60-C7961CEB8FBB}"/>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p:spPr>
      </p:sp>
      <p:sp>
        <p:nvSpPr>
          <p:cNvPr id="12" name="">
            <a:extLst xmlns:a="http://schemas.openxmlformats.org/drawingml/2006/main">
              <a:ext uri="{FF2B5EF4-FFF2-40B4-BE49-F238E27FC236}">
                <a16:creationId xmlns:a16="http://schemas.microsoft.com/office/drawing/2014/main" id="{B187ABD4-915D-47F2-945A-A6CF28F45B83}"/>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p:spPr>
      </p:sp>
      <p:sp>
        <p:nvSpPr>
          <p:cNvPr id="13" name="">
            <a:extLst xmlns:a="http://schemas.openxmlformats.org/drawingml/2006/main">
              <a:ext uri="{FF2B5EF4-FFF2-40B4-BE49-F238E27FC236}">
                <a16:creationId xmlns:a16="http://schemas.microsoft.com/office/drawing/2014/main" id="{0C33F552-3EEC-4DE0-BD64-7B7B4D71DA1C}"/>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p:spPr>
      </p:sp>
      <p:sp>
        <p:nvSpPr>
          <p:cNvPr id="14" name="">
            <a:extLst xmlns:a="http://schemas.openxmlformats.org/drawingml/2006/main">
              <a:ext uri="{FF2B5EF4-FFF2-40B4-BE49-F238E27FC236}">
                <a16:creationId xmlns:a16="http://schemas.microsoft.com/office/drawing/2014/main" id="{DFE5A9BC-9A57-4ACB-9A41-7BFCD175F787}"/>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p:spPr>
      </p:sp>
      <p:sp>
        <p:nvSpPr>
          <p:cNvPr id="15" name="">
            <a:extLst xmlns:a="http://schemas.openxmlformats.org/drawingml/2006/main">
              <a:ext uri="{FF2B5EF4-FFF2-40B4-BE49-F238E27FC236}">
                <a16:creationId xmlns:a16="http://schemas.microsoft.com/office/drawing/2014/main" id="{F2D64E59-8983-4A78-AC4C-D9DBD57AAA8C}"/>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p:spPr>
      </p:sp>
      <p:sp>
        <p:nvSpPr>
          <p:cNvPr id="16" name="">
            <a:extLst xmlns:a="http://schemas.openxmlformats.org/drawingml/2006/main">
              <a:ext uri="{FF2B5EF4-FFF2-40B4-BE49-F238E27FC236}">
                <a16:creationId xmlns:a16="http://schemas.microsoft.com/office/drawing/2014/main" id="{1F780AA6-FEA7-45EC-8735-C93F5E8B6872}"/>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p:spPr>
      </p:sp>
      <p:sp>
        <p:nvSpPr>
          <p:cNvPr id="17" name="">
            <a:extLst xmlns:a="http://schemas.openxmlformats.org/drawingml/2006/main">
              <a:ext uri="{FF2B5EF4-FFF2-40B4-BE49-F238E27FC236}">
                <a16:creationId xmlns:a16="http://schemas.microsoft.com/office/drawing/2014/main" id="{B389BFA3-EC85-4D3F-BDB8-A04E4DB74528}"/>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p:spPr>
      </p:sp>
      <p:sp>
        <p:nvSpPr>
          <p:cNvPr id="18" name="">
            <a:extLst xmlns:a="http://schemas.openxmlformats.org/drawingml/2006/main">
              <a:ext uri="{FF2B5EF4-FFF2-40B4-BE49-F238E27FC236}">
                <a16:creationId xmlns:a16="http://schemas.microsoft.com/office/drawing/2014/main" id="{DC9AB9CE-CC67-42FD-B81D-1101F97D9F1C}"/>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p:spPr>
      </p:sp>
      <p:sp>
        <p:nvSpPr>
          <p:cNvPr id="19" name="">
            <a:extLst xmlns:a="http://schemas.openxmlformats.org/drawingml/2006/main">
              <a:ext uri="{FF2B5EF4-FFF2-40B4-BE49-F238E27FC236}">
                <a16:creationId xmlns:a16="http://schemas.microsoft.com/office/drawing/2014/main" id="{609BC7C5-9B56-4A3B-953C-2D9BCA47614C}"/>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p:spPr>
      </p:sp>
      <p:sp>
        <p:nvSpPr>
          <p:cNvPr id="20" name="">
            <a:extLst xmlns:a="http://schemas.openxmlformats.org/drawingml/2006/main">
              <a:ext uri="{FF2B5EF4-FFF2-40B4-BE49-F238E27FC236}">
                <a16:creationId xmlns:a16="http://schemas.microsoft.com/office/drawing/2014/main" id="{80716842-D8DB-4F75-80C5-DC051CE7904F}"/>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p:spPr>
      </p:sp>
      <p:sp>
        <p:nvSpPr>
          <p:cNvPr id="21" name="">
            <a:extLst xmlns:a="http://schemas.openxmlformats.org/drawingml/2006/main">
              <a:ext uri="{FF2B5EF4-FFF2-40B4-BE49-F238E27FC236}">
                <a16:creationId xmlns:a16="http://schemas.microsoft.com/office/drawing/2014/main" id="{84BAFB22-2EA2-4EB7-AB86-D2469BBF95C1}"/>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p:spPr>
      </p:sp>
      <p:sp>
        <p:nvSpPr>
          <p:cNvPr id="22" name="">
            <a:extLst xmlns:a="http://schemas.openxmlformats.org/drawingml/2006/main">
              <a:ext uri="{FF2B5EF4-FFF2-40B4-BE49-F238E27FC236}">
                <a16:creationId xmlns:a16="http://schemas.microsoft.com/office/drawing/2014/main" id="{C5D49656-9382-4C30-9F05-5548F8389E7F}"/>
              </a:ext>
            </a:extLst>
          </p:cNvPr>
          <p:cNvSpPr>
            <a:spLocks xmlns:a="http://schemas.openxmlformats.org/drawingml/2006/main" noGrp="1"/>
          </p:cNvSpPr>
          <p:nvPr/>
        </p:nvSpPr>
        <p:spPr>
          <a:xfrm xmlns:a="http://schemas.openxmlformats.org/drawingml/2006/main">
            <a:off x="12192000" y="0"/>
            <a:ext cx="0" cy="6858000"/>
          </a:xfrm>
          <a:prstGeom xmlns:a="http://schemas.openxmlformats.org/drawingml/2006/main" prst="line">
            <a:avLst/>
          </a:prstGeom>
          <a:noFill xmlns:a="http://schemas.openxmlformats.org/drawingml/2006/main"/>
        </p:spPr>
      </p:sp>
      <p:sp>
        <p:nvSpPr>
          <p:cNvPr id="23" name="">
            <a:extLst xmlns:a="http://schemas.openxmlformats.org/drawingml/2006/main">
              <a:ext uri="{FF2B5EF4-FFF2-40B4-BE49-F238E27FC236}">
                <a16:creationId xmlns:a16="http://schemas.microsoft.com/office/drawing/2014/main" id="{5FBBA9A7-E642-4AA1-B1D9-31738E0D0D62}"/>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p:spPr>
      </p:sp>
      <p:sp>
        <p:nvSpPr>
          <p:cNvPr id="24" name="">
            <a:extLst xmlns:a="http://schemas.openxmlformats.org/drawingml/2006/main">
              <a:ext uri="{FF2B5EF4-FFF2-40B4-BE49-F238E27FC236}">
                <a16:creationId xmlns:a16="http://schemas.microsoft.com/office/drawing/2014/main" id="{031DB1FD-D9F8-4E76-BF7C-55946C3F1F17}"/>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p:spPr>
      </p:sp>
      <p:sp>
        <p:nvSpPr>
          <p:cNvPr id="25" name="">
            <a:extLst xmlns:a="http://schemas.openxmlformats.org/drawingml/2006/main">
              <a:ext uri="{FF2B5EF4-FFF2-40B4-BE49-F238E27FC236}">
                <a16:creationId xmlns:a16="http://schemas.microsoft.com/office/drawing/2014/main" id="{22D0D16B-DD8A-4CCA-B8CE-042CA2933D27}"/>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p:spPr>
      </p:sp>
      <p:sp>
        <p:nvSpPr>
          <p:cNvPr id="26" name="">
            <a:extLst xmlns:a="http://schemas.openxmlformats.org/drawingml/2006/main">
              <a:ext uri="{FF2B5EF4-FFF2-40B4-BE49-F238E27FC236}">
                <a16:creationId xmlns:a16="http://schemas.microsoft.com/office/drawing/2014/main" id="{D47CE735-A5D0-48F0-88FF-A9AA6F406CA2}"/>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p:spPr>
      </p:sp>
      <p:sp>
        <p:nvSpPr>
          <p:cNvPr id="27" name="">
            <a:extLst xmlns:a="http://schemas.openxmlformats.org/drawingml/2006/main">
              <a:ext uri="{FF2B5EF4-FFF2-40B4-BE49-F238E27FC236}">
                <a16:creationId xmlns:a16="http://schemas.microsoft.com/office/drawing/2014/main" id="{3915AE7B-A703-48A4-91D1-CB5CF43D19E8}"/>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p:spPr>
      </p:sp>
      <p:sp>
        <p:nvSpPr>
          <p:cNvPr id="28" name="">
            <a:extLst xmlns:a="http://schemas.openxmlformats.org/drawingml/2006/main">
              <a:ext uri="{FF2B5EF4-FFF2-40B4-BE49-F238E27FC236}">
                <a16:creationId xmlns:a16="http://schemas.microsoft.com/office/drawing/2014/main" id="{E1BAE604-84F4-48A3-858D-A4E2D5730A04}"/>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p:spPr>
      </p:sp>
      <p:sp>
        <p:nvSpPr>
          <p:cNvPr id="29" name="">
            <a:extLst xmlns:a="http://schemas.openxmlformats.org/drawingml/2006/main">
              <a:ext uri="{FF2B5EF4-FFF2-40B4-BE49-F238E27FC236}">
                <a16:creationId xmlns:a16="http://schemas.microsoft.com/office/drawing/2014/main" id="{A906DB48-4944-4855-A257-2F2475A7171C}"/>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p:spPr>
      </p:sp>
      <p:sp>
        <p:nvSpPr>
          <p:cNvPr id="30" name="">
            <a:extLst xmlns:a="http://schemas.openxmlformats.org/drawingml/2006/main">
              <a:ext uri="{FF2B5EF4-FFF2-40B4-BE49-F238E27FC236}">
                <a16:creationId xmlns:a16="http://schemas.microsoft.com/office/drawing/2014/main" id="{E274BEA9-C2F9-4419-8287-65A3423DF063}"/>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p:spPr>
      </p:sp>
      <p:sp>
        <p:nvSpPr>
          <p:cNvPr id="31" name="">
            <a:extLst xmlns:a="http://schemas.openxmlformats.org/drawingml/2006/main">
              <a:ext uri="{FF2B5EF4-FFF2-40B4-BE49-F238E27FC236}">
                <a16:creationId xmlns:a16="http://schemas.microsoft.com/office/drawing/2014/main" id="{BA15260D-9510-4DDA-AFD1-6A770223B606}"/>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p:spPr>
      </p:sp>
      <p:sp>
        <p:nvSpPr>
          <p:cNvPr id="32" name="">
            <a:extLst xmlns:a="http://schemas.openxmlformats.org/drawingml/2006/main">
              <a:ext uri="{FF2B5EF4-FFF2-40B4-BE49-F238E27FC236}">
                <a16:creationId xmlns:a16="http://schemas.microsoft.com/office/drawing/2014/main" id="{989AA8AB-3393-4048-AD40-459EAA070B31}"/>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p:spPr>
      </p:sp>
      <p:sp>
        <p:nvSpPr>
          <p:cNvPr id="33" name="">
            <a:extLst xmlns:a="http://schemas.openxmlformats.org/drawingml/2006/main">
              <a:ext uri="{FF2B5EF4-FFF2-40B4-BE49-F238E27FC236}">
                <a16:creationId xmlns:a16="http://schemas.microsoft.com/office/drawing/2014/main" id="{36E96BDC-1990-42A0-95AD-FE2BF5DABB17}"/>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p:spPr>
      </p:sp>
      <p:sp>
        <p:nvSpPr>
          <p:cNvPr id="34" name="">
            <a:extLst xmlns:a="http://schemas.openxmlformats.org/drawingml/2006/main">
              <a:ext uri="{FF2B5EF4-FFF2-40B4-BE49-F238E27FC236}">
                <a16:creationId xmlns:a16="http://schemas.microsoft.com/office/drawing/2014/main" id="{C9B7C2E3-FE6A-4F2F-8A1E-66F227DF13CC}"/>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p:spPr>
      </p:sp>
      <p:sp>
        <p:nvSpPr>
          <p:cNvPr id="35" name="">
            <a:extLst xmlns:a="http://schemas.openxmlformats.org/drawingml/2006/main">
              <a:ext uri="{FF2B5EF4-FFF2-40B4-BE49-F238E27FC236}">
                <a16:creationId xmlns:a16="http://schemas.microsoft.com/office/drawing/2014/main" id="{07922EF8-A723-4E91-AB53-F995F00AAA38}"/>
              </a:ext>
            </a:extLst>
          </p:cNvPr>
          <p:cNvSpPr>
            <a:spLocks xmlns:a="http://schemas.openxmlformats.org/drawingml/2006/main" noGrp="1"/>
          </p:cNvSpPr>
          <p:nvPr/>
        </p:nvSpPr>
        <p:spPr>
          <a:xfrm xmlns:a="http://schemas.openxmlformats.org/drawingml/2006/main">
            <a:off x="685800" y="381000"/>
            <a:ext cx="3429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6AA6B8"/>
                </a:solidFill>
                <a:latin typeface="Aptos"/>
                <a:ea typeface="Aptos"/>
                <a:cs typeface="Aptos"/>
              </a:defRPr>
            </a:pPr>
            <a:r>
              <a:rPr sz="900" b="1">
                <a:solidFill>
                  <a:srgbClr val="6AA6B8"/>
                </a:solidFill>
                <a:latin typeface="Aptos"/>
                <a:ea typeface="Aptos"/>
                <a:cs typeface="Aptos"/>
              </a:rPr>
              <a:t>SANGAM SETU / MAHAKUMBH 2028</a:t>
            </a:r>
          </a:p>
        </p:txBody>
      </p:sp>
      <p:sp>
        <p:nvSpPr>
          <p:cNvPr id="36" name="">
            <a:extLst xmlns:a="http://schemas.openxmlformats.org/drawingml/2006/main">
              <a:ext uri="{FF2B5EF4-FFF2-40B4-BE49-F238E27FC236}">
                <a16:creationId xmlns:a16="http://schemas.microsoft.com/office/drawing/2014/main" id="{01BA9C35-3E69-4860-89A2-6EF10931E37A}"/>
              </a:ext>
            </a:extLst>
          </p:cNvPr>
          <p:cNvSpPr>
            <a:spLocks xmlns:a="http://schemas.openxmlformats.org/drawingml/2006/main" noGrp="1"/>
          </p:cNvSpPr>
          <p:nvPr/>
        </p:nvSpPr>
        <p:spPr>
          <a:xfrm xmlns:a="http://schemas.openxmlformats.org/drawingml/2006/main">
            <a:off x="11315700" y="381000"/>
            <a:ext cx="571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r">
              <a:defRPr sz="900" b="0">
                <a:solidFill>
                  <a:srgbClr val="A8A195"/>
                </a:solidFill>
                <a:latin typeface="Aptos"/>
                <a:ea typeface="Aptos"/>
                <a:cs typeface="Aptos"/>
              </a:defRPr>
            </a:pPr>
            <a:r>
              <a:rPr sz="900" b="0">
                <a:solidFill>
                  <a:srgbClr val="A8A195"/>
                </a:solidFill>
                <a:latin typeface="Aptos"/>
                <a:ea typeface="Aptos"/>
                <a:cs typeface="Aptos"/>
              </a:rPr>
              <a:t>03</a:t>
            </a:r>
          </a:p>
        </p:txBody>
      </p:sp>
      <p:sp>
        <p:nvSpPr>
          <p:cNvPr id="37" name="">
            <a:extLst xmlns:a="http://schemas.openxmlformats.org/drawingml/2006/main">
              <a:ext uri="{FF2B5EF4-FFF2-40B4-BE49-F238E27FC236}">
                <a16:creationId xmlns:a16="http://schemas.microsoft.com/office/drawing/2014/main" id="{B1F868DD-E84A-4E6F-8DF1-072395A1541B}"/>
              </a:ext>
            </a:extLst>
          </p:cNvPr>
          <p:cNvSpPr>
            <a:spLocks xmlns:a="http://schemas.openxmlformats.org/drawingml/2006/main" noGrp="1"/>
          </p:cNvSpPr>
          <p:nvPr/>
        </p:nvSpPr>
        <p:spPr>
          <a:xfrm xmlns:a="http://schemas.openxmlformats.org/drawingml/2006/main">
            <a:off x="685800" y="6362700"/>
            <a:ext cx="11201400" cy="0"/>
          </a:xfrm>
          <a:prstGeom xmlns:a="http://schemas.openxmlformats.org/drawingml/2006/main" prst="line">
            <a:avLst/>
          </a:prstGeom>
          <a:noFill xmlns:a="http://schemas.openxmlformats.org/drawingml/2006/main"/>
        </p:spPr>
      </p:sp>
      <p:sp>
        <p:nvSpPr>
          <p:cNvPr id="38" name="">
            <a:extLst xmlns:a="http://schemas.openxmlformats.org/drawingml/2006/main">
              <a:ext uri="{FF2B5EF4-FFF2-40B4-BE49-F238E27FC236}">
                <a16:creationId xmlns:a16="http://schemas.microsoft.com/office/drawing/2014/main" id="{7D09735D-23A5-4440-9D49-07F9331BB7F4}"/>
              </a:ext>
            </a:extLst>
          </p:cNvPr>
          <p:cNvSpPr>
            <a:spLocks xmlns:a="http://schemas.openxmlformats.org/drawingml/2006/main" noGrp="1"/>
          </p:cNvSpPr>
          <p:nvPr/>
        </p:nvSpPr>
        <p:spPr>
          <a:xfrm xmlns:a="http://schemas.openxmlformats.org/drawingml/2006/main">
            <a:off x="685800" y="876300"/>
            <a:ext cx="866775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850" b="1">
                <a:solidFill>
                  <a:srgbClr val="F5EFE3"/>
                </a:solidFill>
                <a:latin typeface="Georgia"/>
                <a:ea typeface="Georgia"/>
                <a:cs typeface="Georgia"/>
              </a:defRPr>
            </a:pPr>
            <a:r>
              <a:rPr sz="2850" b="1">
                <a:solidFill>
                  <a:srgbClr val="F5EFE3"/>
                </a:solidFill>
                <a:latin typeface="Georgia"/>
                <a:ea typeface="Georgia"/>
                <a:cs typeface="Georgia"/>
              </a:rPr>
              <a:t>The dashboard turns live signals into an operating picture.</a:t>
            </a:r>
          </a:p>
        </p:txBody>
      </p:sp>
      <p:sp>
        <p:nvSpPr>
          <p:cNvPr id="39" name="">
            <a:extLst xmlns:a="http://schemas.openxmlformats.org/drawingml/2006/main">
              <a:ext uri="{FF2B5EF4-FFF2-40B4-BE49-F238E27FC236}">
                <a16:creationId xmlns:a16="http://schemas.microsoft.com/office/drawing/2014/main" id="{9E7337EF-3628-4B43-99D8-C21693831000}"/>
              </a:ext>
            </a:extLst>
          </p:cNvPr>
          <p:cNvSpPr>
            <a:spLocks xmlns:a="http://schemas.openxmlformats.org/drawingml/2006/main" noGrp="1"/>
          </p:cNvSpPr>
          <p:nvPr/>
        </p:nvSpPr>
        <p:spPr>
          <a:xfrm xmlns:a="http://schemas.openxmlformats.org/drawingml/2006/main">
            <a:off x="704850" y="1638300"/>
            <a:ext cx="74295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0">
                <a:solidFill>
                  <a:srgbClr val="A8A195"/>
                </a:solidFill>
                <a:latin typeface="Aptos"/>
                <a:ea typeface="Aptos"/>
                <a:cs typeface="Aptos"/>
              </a:defRPr>
            </a:pPr>
            <a:r>
              <a:rPr sz="1350" b="0">
                <a:solidFill>
                  <a:srgbClr val="A8A195"/>
                </a:solidFill>
                <a:latin typeface="Aptos"/>
                <a:ea typeface="Aptos"/>
                <a:cs typeface="Aptos"/>
              </a:rPr>
              <a:t>Five operational domains are joined on one screen, with thresholds and recommended actions kept visible for the duty officer.</a:t>
            </a:r>
          </a:p>
        </p:txBody>
      </p:sp>
      <p:sp>
        <p:nvSpPr>
          <p:cNvPr id="40" name="">
            <a:extLst xmlns:a="http://schemas.openxmlformats.org/drawingml/2006/main">
              <a:ext uri="{FF2B5EF4-FFF2-40B4-BE49-F238E27FC236}">
                <a16:creationId xmlns:a16="http://schemas.microsoft.com/office/drawing/2014/main" id="{14FD8311-4F77-4565-8E03-AE55633223FF}"/>
              </a:ext>
            </a:extLst>
          </p:cNvPr>
          <p:cNvSpPr>
            <a:spLocks xmlns:a="http://schemas.openxmlformats.org/drawingml/2006/main" noGrp="1"/>
          </p:cNvSpPr>
          <p:nvPr/>
        </p:nvSpPr>
        <p:spPr>
          <a:xfrm xmlns:a="http://schemas.openxmlformats.org/drawingml/2006/main">
            <a:off x="685800" y="2514600"/>
            <a:ext cx="5143500" cy="3143250"/>
          </a:xfrm>
          <a:prstGeom xmlns:a="http://schemas.openxmlformats.org/drawingml/2006/main" prst="rect">
            <a:avLst/>
          </a:prstGeom>
          <a:solidFill xmlns:a="http://schemas.openxmlformats.org/drawingml/2006/main">
            <a:srgbClr val="EDE6D8">
              <a:alpha val="5500"/>
            </a:srgbClr>
          </a:solidFill>
        </p:spPr>
      </p:sp>
      <p:sp>
        <p:nvSpPr>
          <p:cNvPr id="41" name="">
            <a:extLst xmlns:a="http://schemas.openxmlformats.org/drawingml/2006/main">
              <a:ext uri="{FF2B5EF4-FFF2-40B4-BE49-F238E27FC236}">
                <a16:creationId xmlns:a16="http://schemas.microsoft.com/office/drawing/2014/main" id="{2721E691-A8AD-4756-94AF-1F195179DAFF}"/>
              </a:ext>
            </a:extLst>
          </p:cNvPr>
          <p:cNvSpPr>
            <a:spLocks xmlns:a="http://schemas.openxmlformats.org/drawingml/2006/main" noGrp="1"/>
          </p:cNvSpPr>
          <p:nvPr/>
        </p:nvSpPr>
        <p:spPr>
          <a:xfrm xmlns:a="http://schemas.openxmlformats.org/drawingml/2006/main">
            <a:off x="914400" y="2762250"/>
            <a:ext cx="28575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650" b="1">
                <a:solidFill>
                  <a:srgbClr val="F5EFE3"/>
                </a:solidFill>
                <a:latin typeface="Aptos"/>
                <a:ea typeface="Aptos"/>
                <a:cs typeface="Aptos"/>
              </a:defRPr>
            </a:pPr>
            <a:r>
              <a:rPr sz="1650" b="1">
                <a:solidFill>
                  <a:srgbClr val="F5EFE3"/>
                </a:solidFill>
                <a:latin typeface="Aptos"/>
                <a:ea typeface="Aptos"/>
                <a:cs typeface="Aptos"/>
              </a:rPr>
              <a:t>Sector Operating Map</a:t>
            </a:r>
          </a:p>
        </p:txBody>
      </p:sp>
      <p:sp>
        <p:nvSpPr>
          <p:cNvPr id="42" name="">
            <a:extLst xmlns:a="http://schemas.openxmlformats.org/drawingml/2006/main">
              <a:ext uri="{FF2B5EF4-FFF2-40B4-BE49-F238E27FC236}">
                <a16:creationId xmlns:a16="http://schemas.microsoft.com/office/drawing/2014/main" id="{3C71C60A-B5BE-422C-B9D9-3715BCEFBED0}"/>
              </a:ext>
            </a:extLst>
          </p:cNvPr>
          <p:cNvSpPr>
            <a:spLocks xmlns:a="http://schemas.openxmlformats.org/drawingml/2006/main" noGrp="1"/>
          </p:cNvSpPr>
          <p:nvPr/>
        </p:nvSpPr>
        <p:spPr>
          <a:xfrm xmlns:a="http://schemas.openxmlformats.org/drawingml/2006/main">
            <a:off x="914400" y="3238500"/>
            <a:ext cx="1352550" cy="704850"/>
          </a:xfrm>
          <a:prstGeom xmlns:a="http://schemas.openxmlformats.org/drawingml/2006/main" prst="rect">
            <a:avLst/>
          </a:prstGeom>
          <a:solidFill xmlns:a="http://schemas.openxmlformats.org/drawingml/2006/main">
            <a:srgbClr val="B85245">
              <a:alpha val="40000"/>
            </a:srgbClr>
          </a:solidFill>
        </p:spPr>
      </p:sp>
      <p:sp>
        <p:nvSpPr>
          <p:cNvPr id="43" name="">
            <a:extLst xmlns:a="http://schemas.openxmlformats.org/drawingml/2006/main">
              <a:ext uri="{FF2B5EF4-FFF2-40B4-BE49-F238E27FC236}">
                <a16:creationId xmlns:a16="http://schemas.microsoft.com/office/drawing/2014/main" id="{E05B31B6-42C0-4437-9A2C-A609994DAD9E}"/>
              </a:ext>
            </a:extLst>
          </p:cNvPr>
          <p:cNvSpPr>
            <a:spLocks xmlns:a="http://schemas.openxmlformats.org/drawingml/2006/main" noGrp="1"/>
          </p:cNvSpPr>
          <p:nvPr/>
        </p:nvSpPr>
        <p:spPr>
          <a:xfrm xmlns:a="http://schemas.openxmlformats.org/drawingml/2006/main">
            <a:off x="1009650" y="3352800"/>
            <a:ext cx="114300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F5EFE3"/>
                </a:solidFill>
                <a:latin typeface="Aptos"/>
                <a:ea typeface="Aptos"/>
                <a:cs typeface="Aptos"/>
              </a:defRPr>
            </a:pPr>
            <a:r>
              <a:rPr sz="900" b="1">
                <a:solidFill>
                  <a:srgbClr val="F5EFE3"/>
                </a:solidFill>
                <a:latin typeface="Aptos"/>
                <a:ea typeface="Aptos"/>
                <a:cs typeface="Aptos"/>
              </a:rPr>
              <a:t>Sangam Nose</a:t>
            </a:r>
          </a:p>
        </p:txBody>
      </p:sp>
      <p:sp>
        <p:nvSpPr>
          <p:cNvPr id="44" name="">
            <a:extLst xmlns:a="http://schemas.openxmlformats.org/drawingml/2006/main">
              <a:ext uri="{FF2B5EF4-FFF2-40B4-BE49-F238E27FC236}">
                <a16:creationId xmlns:a16="http://schemas.microsoft.com/office/drawing/2014/main" id="{E1DEE147-9E7C-4DBB-865A-9A77C9D58371}"/>
              </a:ext>
            </a:extLst>
          </p:cNvPr>
          <p:cNvSpPr>
            <a:spLocks xmlns:a="http://schemas.openxmlformats.org/drawingml/2006/main" noGrp="1"/>
          </p:cNvSpPr>
          <p:nvPr/>
        </p:nvSpPr>
        <p:spPr>
          <a:xfrm xmlns:a="http://schemas.openxmlformats.org/drawingml/2006/main">
            <a:off x="1009650" y="3600450"/>
            <a:ext cx="76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650" b="1">
                <a:solidFill>
                  <a:srgbClr val="EDE6D8"/>
                </a:solidFill>
                <a:latin typeface="Georgia"/>
                <a:ea typeface="Georgia"/>
                <a:cs typeface="Georgia"/>
              </a:defRPr>
            </a:pPr>
            <a:r>
              <a:rPr sz="1650" b="1">
                <a:solidFill>
                  <a:srgbClr val="EDE6D8"/>
                </a:solidFill>
                <a:latin typeface="Georgia"/>
                <a:ea typeface="Georgia"/>
                <a:cs typeface="Georgia"/>
              </a:rPr>
              <a:t>91%</a:t>
            </a:r>
          </a:p>
        </p:txBody>
      </p:sp>
      <p:sp>
        <p:nvSpPr>
          <p:cNvPr id="45" name="">
            <a:extLst xmlns:a="http://schemas.openxmlformats.org/drawingml/2006/main">
              <a:ext uri="{FF2B5EF4-FFF2-40B4-BE49-F238E27FC236}">
                <a16:creationId xmlns:a16="http://schemas.microsoft.com/office/drawing/2014/main" id="{60FFDD68-7FB1-4D71-8301-D3EFD16A35A5}"/>
              </a:ext>
            </a:extLst>
          </p:cNvPr>
          <p:cNvSpPr>
            <a:spLocks xmlns:a="http://schemas.openxmlformats.org/drawingml/2006/main" noGrp="1"/>
          </p:cNvSpPr>
          <p:nvPr/>
        </p:nvSpPr>
        <p:spPr>
          <a:xfrm xmlns:a="http://schemas.openxmlformats.org/drawingml/2006/main">
            <a:off x="2457450" y="3238500"/>
            <a:ext cx="1352550" cy="704850"/>
          </a:xfrm>
          <a:prstGeom xmlns:a="http://schemas.openxmlformats.org/drawingml/2006/main" prst="rect">
            <a:avLst/>
          </a:prstGeom>
          <a:solidFill xmlns:a="http://schemas.openxmlformats.org/drawingml/2006/main">
            <a:srgbClr val="B85245">
              <a:alpha val="40000"/>
            </a:srgbClr>
          </a:solidFill>
        </p:spPr>
      </p:sp>
      <p:sp>
        <p:nvSpPr>
          <p:cNvPr id="46" name="">
            <a:extLst xmlns:a="http://schemas.openxmlformats.org/drawingml/2006/main">
              <a:ext uri="{FF2B5EF4-FFF2-40B4-BE49-F238E27FC236}">
                <a16:creationId xmlns:a16="http://schemas.microsoft.com/office/drawing/2014/main" id="{BAF655D9-397E-4215-B221-402D10539376}"/>
              </a:ext>
            </a:extLst>
          </p:cNvPr>
          <p:cNvSpPr>
            <a:spLocks xmlns:a="http://schemas.openxmlformats.org/drawingml/2006/main" noGrp="1"/>
          </p:cNvSpPr>
          <p:nvPr/>
        </p:nvSpPr>
        <p:spPr>
          <a:xfrm xmlns:a="http://schemas.openxmlformats.org/drawingml/2006/main">
            <a:off x="2552700" y="3352800"/>
            <a:ext cx="114300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F5EFE3"/>
                </a:solidFill>
                <a:latin typeface="Aptos"/>
                <a:ea typeface="Aptos"/>
                <a:cs typeface="Aptos"/>
              </a:defRPr>
            </a:pPr>
            <a:r>
              <a:rPr sz="900" b="1">
                <a:solidFill>
                  <a:srgbClr val="F5EFE3"/>
                </a:solidFill>
                <a:latin typeface="Aptos"/>
                <a:ea typeface="Aptos"/>
                <a:cs typeface="Aptos"/>
              </a:rPr>
              <a:t>Sector 4 Bridge</a:t>
            </a:r>
          </a:p>
        </p:txBody>
      </p:sp>
      <p:sp>
        <p:nvSpPr>
          <p:cNvPr id="47" name="">
            <a:extLst xmlns:a="http://schemas.openxmlformats.org/drawingml/2006/main">
              <a:ext uri="{FF2B5EF4-FFF2-40B4-BE49-F238E27FC236}">
                <a16:creationId xmlns:a16="http://schemas.microsoft.com/office/drawing/2014/main" id="{B9E0ADDD-0CE6-40A8-A6B4-FC4162117FE4}"/>
              </a:ext>
            </a:extLst>
          </p:cNvPr>
          <p:cNvSpPr>
            <a:spLocks xmlns:a="http://schemas.openxmlformats.org/drawingml/2006/main" noGrp="1"/>
          </p:cNvSpPr>
          <p:nvPr/>
        </p:nvSpPr>
        <p:spPr>
          <a:xfrm xmlns:a="http://schemas.openxmlformats.org/drawingml/2006/main">
            <a:off x="2552700" y="3600450"/>
            <a:ext cx="76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650" b="1">
                <a:solidFill>
                  <a:srgbClr val="EDE6D8"/>
                </a:solidFill>
                <a:latin typeface="Georgia"/>
                <a:ea typeface="Georgia"/>
                <a:cs typeface="Georgia"/>
              </a:defRPr>
            </a:pPr>
            <a:r>
              <a:rPr sz="1650" b="1">
                <a:solidFill>
                  <a:srgbClr val="EDE6D8"/>
                </a:solidFill>
                <a:latin typeface="Georgia"/>
                <a:ea typeface="Georgia"/>
                <a:cs typeface="Georgia"/>
              </a:rPr>
              <a:t>84%</a:t>
            </a:r>
          </a:p>
        </p:txBody>
      </p:sp>
      <p:sp>
        <p:nvSpPr>
          <p:cNvPr id="48" name="">
            <a:extLst xmlns:a="http://schemas.openxmlformats.org/drawingml/2006/main">
              <a:ext uri="{FF2B5EF4-FFF2-40B4-BE49-F238E27FC236}">
                <a16:creationId xmlns:a16="http://schemas.microsoft.com/office/drawing/2014/main" id="{E1DB361F-F8A2-498F-836A-E288F8C2BB93}"/>
              </a:ext>
            </a:extLst>
          </p:cNvPr>
          <p:cNvSpPr>
            <a:spLocks xmlns:a="http://schemas.openxmlformats.org/drawingml/2006/main" noGrp="1"/>
          </p:cNvSpPr>
          <p:nvPr/>
        </p:nvSpPr>
        <p:spPr>
          <a:xfrm xmlns:a="http://schemas.openxmlformats.org/drawingml/2006/main">
            <a:off x="4000500" y="3238500"/>
            <a:ext cx="1352550" cy="704850"/>
          </a:xfrm>
          <a:prstGeom xmlns:a="http://schemas.openxmlformats.org/drawingml/2006/main" prst="rect">
            <a:avLst/>
          </a:prstGeom>
          <a:solidFill xmlns:a="http://schemas.openxmlformats.org/drawingml/2006/main">
            <a:srgbClr val="C9963D">
              <a:alpha val="40000"/>
            </a:srgbClr>
          </a:solidFill>
        </p:spPr>
      </p:sp>
      <p:sp>
        <p:nvSpPr>
          <p:cNvPr id="49" name="">
            <a:extLst xmlns:a="http://schemas.openxmlformats.org/drawingml/2006/main">
              <a:ext uri="{FF2B5EF4-FFF2-40B4-BE49-F238E27FC236}">
                <a16:creationId xmlns:a16="http://schemas.microsoft.com/office/drawing/2014/main" id="{D0FB47A4-BC24-4C04-9A0C-E00BFA33BCDD}"/>
              </a:ext>
            </a:extLst>
          </p:cNvPr>
          <p:cNvSpPr>
            <a:spLocks xmlns:a="http://schemas.openxmlformats.org/drawingml/2006/main" noGrp="1"/>
          </p:cNvSpPr>
          <p:nvPr/>
        </p:nvSpPr>
        <p:spPr>
          <a:xfrm xmlns:a="http://schemas.openxmlformats.org/drawingml/2006/main">
            <a:off x="4095750" y="3352800"/>
            <a:ext cx="114300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F5EFE3"/>
                </a:solidFill>
                <a:latin typeface="Aptos"/>
                <a:ea typeface="Aptos"/>
                <a:cs typeface="Aptos"/>
              </a:defRPr>
            </a:pPr>
            <a:r>
              <a:rPr sz="900" b="1">
                <a:solidFill>
                  <a:srgbClr val="F5EFE3"/>
                </a:solidFill>
                <a:latin typeface="Aptos"/>
                <a:ea typeface="Aptos"/>
                <a:cs typeface="Aptos"/>
              </a:rPr>
              <a:t>Gate 7</a:t>
            </a:r>
          </a:p>
        </p:txBody>
      </p:sp>
      <p:sp>
        <p:nvSpPr>
          <p:cNvPr id="50" name="">
            <a:extLst xmlns:a="http://schemas.openxmlformats.org/drawingml/2006/main">
              <a:ext uri="{FF2B5EF4-FFF2-40B4-BE49-F238E27FC236}">
                <a16:creationId xmlns:a16="http://schemas.microsoft.com/office/drawing/2014/main" id="{515D1B0A-602E-498F-849F-99381B7B3F71}"/>
              </a:ext>
            </a:extLst>
          </p:cNvPr>
          <p:cNvSpPr>
            <a:spLocks xmlns:a="http://schemas.openxmlformats.org/drawingml/2006/main" noGrp="1"/>
          </p:cNvSpPr>
          <p:nvPr/>
        </p:nvSpPr>
        <p:spPr>
          <a:xfrm xmlns:a="http://schemas.openxmlformats.org/drawingml/2006/main">
            <a:off x="4095750" y="3600450"/>
            <a:ext cx="76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650" b="1">
                <a:solidFill>
                  <a:srgbClr val="EDE6D8"/>
                </a:solidFill>
                <a:latin typeface="Georgia"/>
                <a:ea typeface="Georgia"/>
                <a:cs typeface="Georgia"/>
              </a:defRPr>
            </a:pPr>
            <a:r>
              <a:rPr sz="1650" b="1">
                <a:solidFill>
                  <a:srgbClr val="EDE6D8"/>
                </a:solidFill>
                <a:latin typeface="Georgia"/>
                <a:ea typeface="Georgia"/>
                <a:cs typeface="Georgia"/>
              </a:rPr>
              <a:t>77%</a:t>
            </a:r>
          </a:p>
        </p:txBody>
      </p:sp>
      <p:sp>
        <p:nvSpPr>
          <p:cNvPr id="51" name="">
            <a:extLst xmlns:a="http://schemas.openxmlformats.org/drawingml/2006/main">
              <a:ext uri="{FF2B5EF4-FFF2-40B4-BE49-F238E27FC236}">
                <a16:creationId xmlns:a16="http://schemas.microsoft.com/office/drawing/2014/main" id="{A87E7A84-03E7-4FBA-A38B-E3EDBBEFE234}"/>
              </a:ext>
            </a:extLst>
          </p:cNvPr>
          <p:cNvSpPr>
            <a:spLocks xmlns:a="http://schemas.openxmlformats.org/drawingml/2006/main" noGrp="1"/>
          </p:cNvSpPr>
          <p:nvPr/>
        </p:nvSpPr>
        <p:spPr>
          <a:xfrm xmlns:a="http://schemas.openxmlformats.org/drawingml/2006/main">
            <a:off x="914400" y="4152900"/>
            <a:ext cx="1352550" cy="704850"/>
          </a:xfrm>
          <a:prstGeom xmlns:a="http://schemas.openxmlformats.org/drawingml/2006/main" prst="rect">
            <a:avLst/>
          </a:prstGeom>
          <a:solidFill xmlns:a="http://schemas.openxmlformats.org/drawingml/2006/main">
            <a:srgbClr val="C9963D">
              <a:alpha val="40000"/>
            </a:srgbClr>
          </a:solidFill>
        </p:spPr>
      </p:sp>
      <p:sp>
        <p:nvSpPr>
          <p:cNvPr id="52" name="">
            <a:extLst xmlns:a="http://schemas.openxmlformats.org/drawingml/2006/main">
              <a:ext uri="{FF2B5EF4-FFF2-40B4-BE49-F238E27FC236}">
                <a16:creationId xmlns:a16="http://schemas.microsoft.com/office/drawing/2014/main" id="{1C2FFB3E-7CF3-4214-8286-431A909FFE80}"/>
              </a:ext>
            </a:extLst>
          </p:cNvPr>
          <p:cNvSpPr>
            <a:spLocks xmlns:a="http://schemas.openxmlformats.org/drawingml/2006/main" noGrp="1"/>
          </p:cNvSpPr>
          <p:nvPr/>
        </p:nvSpPr>
        <p:spPr>
          <a:xfrm xmlns:a="http://schemas.openxmlformats.org/drawingml/2006/main">
            <a:off x="1009650" y="4267200"/>
            <a:ext cx="114300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F5EFE3"/>
                </a:solidFill>
                <a:latin typeface="Aptos"/>
                <a:ea typeface="Aptos"/>
                <a:cs typeface="Aptos"/>
              </a:defRPr>
            </a:pPr>
            <a:r>
              <a:rPr sz="900" b="1">
                <a:solidFill>
                  <a:srgbClr val="F5EFE3"/>
                </a:solidFill>
                <a:latin typeface="Aptos"/>
                <a:ea typeface="Aptos"/>
                <a:cs typeface="Aptos"/>
              </a:rPr>
              <a:t>Rail Hub</a:t>
            </a:r>
          </a:p>
        </p:txBody>
      </p:sp>
      <p:sp>
        <p:nvSpPr>
          <p:cNvPr id="53" name="">
            <a:extLst xmlns:a="http://schemas.openxmlformats.org/drawingml/2006/main">
              <a:ext uri="{FF2B5EF4-FFF2-40B4-BE49-F238E27FC236}">
                <a16:creationId xmlns:a16="http://schemas.microsoft.com/office/drawing/2014/main" id="{D414CF0B-2327-4FFF-9351-B21F4A85E5BA}"/>
              </a:ext>
            </a:extLst>
          </p:cNvPr>
          <p:cNvSpPr>
            <a:spLocks xmlns:a="http://schemas.openxmlformats.org/drawingml/2006/main" noGrp="1"/>
          </p:cNvSpPr>
          <p:nvPr/>
        </p:nvSpPr>
        <p:spPr>
          <a:xfrm xmlns:a="http://schemas.openxmlformats.org/drawingml/2006/main">
            <a:off x="1009650" y="4514850"/>
            <a:ext cx="76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650" b="1">
                <a:solidFill>
                  <a:srgbClr val="EDE6D8"/>
                </a:solidFill>
                <a:latin typeface="Georgia"/>
                <a:ea typeface="Georgia"/>
                <a:cs typeface="Georgia"/>
              </a:defRPr>
            </a:pPr>
            <a:r>
              <a:rPr sz="1650" b="1">
                <a:solidFill>
                  <a:srgbClr val="EDE6D8"/>
                </a:solidFill>
                <a:latin typeface="Georgia"/>
                <a:ea typeface="Georgia"/>
                <a:cs typeface="Georgia"/>
              </a:rPr>
              <a:t>69%</a:t>
            </a:r>
          </a:p>
        </p:txBody>
      </p:sp>
      <p:sp>
        <p:nvSpPr>
          <p:cNvPr id="54" name="">
            <a:extLst xmlns:a="http://schemas.openxmlformats.org/drawingml/2006/main">
              <a:ext uri="{FF2B5EF4-FFF2-40B4-BE49-F238E27FC236}">
                <a16:creationId xmlns:a16="http://schemas.microsoft.com/office/drawing/2014/main" id="{A6CB7479-A422-4949-8A10-BFA35F5C42D9}"/>
              </a:ext>
            </a:extLst>
          </p:cNvPr>
          <p:cNvSpPr>
            <a:spLocks xmlns:a="http://schemas.openxmlformats.org/drawingml/2006/main" noGrp="1"/>
          </p:cNvSpPr>
          <p:nvPr/>
        </p:nvSpPr>
        <p:spPr>
          <a:xfrm xmlns:a="http://schemas.openxmlformats.org/drawingml/2006/main">
            <a:off x="2457450" y="4152900"/>
            <a:ext cx="1352550" cy="704850"/>
          </a:xfrm>
          <a:prstGeom xmlns:a="http://schemas.openxmlformats.org/drawingml/2006/main" prst="rect">
            <a:avLst/>
          </a:prstGeom>
          <a:solidFill xmlns:a="http://schemas.openxmlformats.org/drawingml/2006/main">
            <a:srgbClr val="80A86B">
              <a:alpha val="40000"/>
            </a:srgbClr>
          </a:solidFill>
        </p:spPr>
      </p:sp>
      <p:sp>
        <p:nvSpPr>
          <p:cNvPr id="55" name="">
            <a:extLst xmlns:a="http://schemas.openxmlformats.org/drawingml/2006/main">
              <a:ext uri="{FF2B5EF4-FFF2-40B4-BE49-F238E27FC236}">
                <a16:creationId xmlns:a16="http://schemas.microsoft.com/office/drawing/2014/main" id="{1F0D6064-FF14-42F7-ABAF-A787FE6C8A69}"/>
              </a:ext>
            </a:extLst>
          </p:cNvPr>
          <p:cNvSpPr>
            <a:spLocks xmlns:a="http://schemas.openxmlformats.org/drawingml/2006/main" noGrp="1"/>
          </p:cNvSpPr>
          <p:nvPr/>
        </p:nvSpPr>
        <p:spPr>
          <a:xfrm xmlns:a="http://schemas.openxmlformats.org/drawingml/2006/main">
            <a:off x="2552700" y="4267200"/>
            <a:ext cx="114300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F5EFE3"/>
                </a:solidFill>
                <a:latin typeface="Aptos"/>
                <a:ea typeface="Aptos"/>
                <a:cs typeface="Aptos"/>
              </a:defRPr>
            </a:pPr>
            <a:r>
              <a:rPr sz="900" b="1">
                <a:solidFill>
                  <a:srgbClr val="F5EFE3"/>
                </a:solidFill>
                <a:latin typeface="Aptos"/>
                <a:ea typeface="Aptos"/>
                <a:cs typeface="Aptos"/>
              </a:rPr>
              <a:t>Medical C</a:t>
            </a:r>
          </a:p>
        </p:txBody>
      </p:sp>
      <p:sp>
        <p:nvSpPr>
          <p:cNvPr id="56" name="">
            <a:extLst xmlns:a="http://schemas.openxmlformats.org/drawingml/2006/main">
              <a:ext uri="{FF2B5EF4-FFF2-40B4-BE49-F238E27FC236}">
                <a16:creationId xmlns:a16="http://schemas.microsoft.com/office/drawing/2014/main" id="{6742586E-106F-4AAC-A269-C94EB26E40FD}"/>
              </a:ext>
            </a:extLst>
          </p:cNvPr>
          <p:cNvSpPr>
            <a:spLocks xmlns:a="http://schemas.openxmlformats.org/drawingml/2006/main" noGrp="1"/>
          </p:cNvSpPr>
          <p:nvPr/>
        </p:nvSpPr>
        <p:spPr>
          <a:xfrm xmlns:a="http://schemas.openxmlformats.org/drawingml/2006/main">
            <a:off x="2552700" y="4514850"/>
            <a:ext cx="76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650" b="1">
                <a:solidFill>
                  <a:srgbClr val="EDE6D8"/>
                </a:solidFill>
                <a:latin typeface="Georgia"/>
                <a:ea typeface="Georgia"/>
                <a:cs typeface="Georgia"/>
              </a:defRPr>
            </a:pPr>
            <a:r>
              <a:rPr sz="1650" b="1">
                <a:solidFill>
                  <a:srgbClr val="EDE6D8"/>
                </a:solidFill>
                <a:latin typeface="Georgia"/>
                <a:ea typeface="Georgia"/>
                <a:cs typeface="Georgia"/>
              </a:rPr>
              <a:t>58%</a:t>
            </a:r>
          </a:p>
        </p:txBody>
      </p:sp>
      <p:sp>
        <p:nvSpPr>
          <p:cNvPr id="57" name="">
            <a:extLst xmlns:a="http://schemas.openxmlformats.org/drawingml/2006/main">
              <a:ext uri="{FF2B5EF4-FFF2-40B4-BE49-F238E27FC236}">
                <a16:creationId xmlns:a16="http://schemas.microsoft.com/office/drawing/2014/main" id="{25F02E73-F71B-4891-A3BC-1B97EFEF20BC}"/>
              </a:ext>
            </a:extLst>
          </p:cNvPr>
          <p:cNvSpPr>
            <a:spLocks xmlns:a="http://schemas.openxmlformats.org/drawingml/2006/main" noGrp="1"/>
          </p:cNvSpPr>
          <p:nvPr/>
        </p:nvSpPr>
        <p:spPr>
          <a:xfrm xmlns:a="http://schemas.openxmlformats.org/drawingml/2006/main">
            <a:off x="4000500" y="4152900"/>
            <a:ext cx="1352550" cy="704850"/>
          </a:xfrm>
          <a:prstGeom xmlns:a="http://schemas.openxmlformats.org/drawingml/2006/main" prst="rect">
            <a:avLst/>
          </a:prstGeom>
          <a:solidFill xmlns:a="http://schemas.openxmlformats.org/drawingml/2006/main">
            <a:srgbClr val="80A86B">
              <a:alpha val="40000"/>
            </a:srgbClr>
          </a:solidFill>
        </p:spPr>
      </p:sp>
      <p:sp>
        <p:nvSpPr>
          <p:cNvPr id="58" name="">
            <a:extLst xmlns:a="http://schemas.openxmlformats.org/drawingml/2006/main">
              <a:ext uri="{FF2B5EF4-FFF2-40B4-BE49-F238E27FC236}">
                <a16:creationId xmlns:a16="http://schemas.microsoft.com/office/drawing/2014/main" id="{A3839A35-AB9E-4CE5-804A-886E83C9DABA}"/>
              </a:ext>
            </a:extLst>
          </p:cNvPr>
          <p:cNvSpPr>
            <a:spLocks xmlns:a="http://schemas.openxmlformats.org/drawingml/2006/main" noGrp="1"/>
          </p:cNvSpPr>
          <p:nvPr/>
        </p:nvSpPr>
        <p:spPr>
          <a:xfrm xmlns:a="http://schemas.openxmlformats.org/drawingml/2006/main">
            <a:off x="4095750" y="4267200"/>
            <a:ext cx="114300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F5EFE3"/>
                </a:solidFill>
                <a:latin typeface="Aptos"/>
                <a:ea typeface="Aptos"/>
                <a:cs typeface="Aptos"/>
              </a:defRPr>
            </a:pPr>
            <a:r>
              <a:rPr sz="900" b="1">
                <a:solidFill>
                  <a:srgbClr val="F5EFE3"/>
                </a:solidFill>
                <a:latin typeface="Aptos"/>
                <a:ea typeface="Aptos"/>
                <a:cs typeface="Aptos"/>
              </a:rPr>
              <a:t>Parking</a:t>
            </a:r>
          </a:p>
        </p:txBody>
      </p:sp>
      <p:sp>
        <p:nvSpPr>
          <p:cNvPr id="59" name="">
            <a:extLst xmlns:a="http://schemas.openxmlformats.org/drawingml/2006/main">
              <a:ext uri="{FF2B5EF4-FFF2-40B4-BE49-F238E27FC236}">
                <a16:creationId xmlns:a16="http://schemas.microsoft.com/office/drawing/2014/main" id="{470CBC26-85CB-4CD1-A18D-40C5BA453A8B}"/>
              </a:ext>
            </a:extLst>
          </p:cNvPr>
          <p:cNvSpPr>
            <a:spLocks xmlns:a="http://schemas.openxmlformats.org/drawingml/2006/main" noGrp="1"/>
          </p:cNvSpPr>
          <p:nvPr/>
        </p:nvSpPr>
        <p:spPr>
          <a:xfrm xmlns:a="http://schemas.openxmlformats.org/drawingml/2006/main">
            <a:off x="4095750" y="4514850"/>
            <a:ext cx="762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650" b="1">
                <a:solidFill>
                  <a:srgbClr val="EDE6D8"/>
                </a:solidFill>
                <a:latin typeface="Georgia"/>
                <a:ea typeface="Georgia"/>
                <a:cs typeface="Georgia"/>
              </a:defRPr>
            </a:pPr>
            <a:r>
              <a:rPr sz="1650" b="1">
                <a:solidFill>
                  <a:srgbClr val="EDE6D8"/>
                </a:solidFill>
                <a:latin typeface="Georgia"/>
                <a:ea typeface="Georgia"/>
                <a:cs typeface="Georgia"/>
              </a:rPr>
              <a:t>42%</a:t>
            </a:r>
          </a:p>
        </p:txBody>
      </p:sp>
      <p:sp>
        <p:nvSpPr>
          <p:cNvPr id="60" name="">
            <a:extLst xmlns:a="http://schemas.openxmlformats.org/drawingml/2006/main">
              <a:ext uri="{FF2B5EF4-FFF2-40B4-BE49-F238E27FC236}">
                <a16:creationId xmlns:a16="http://schemas.microsoft.com/office/drawing/2014/main" id="{1440A1A2-9B0F-4E58-9A50-8C94BB0AD285}"/>
              </a:ext>
            </a:extLst>
          </p:cNvPr>
          <p:cNvSpPr>
            <a:spLocks xmlns:a="http://schemas.openxmlformats.org/drawingml/2006/main" noGrp="1"/>
          </p:cNvSpPr>
          <p:nvPr/>
        </p:nvSpPr>
        <p:spPr>
          <a:xfrm xmlns:a="http://schemas.openxmlformats.org/drawingml/2006/main">
            <a:off x="6572250" y="2857500"/>
            <a:ext cx="18097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75" b="1">
                <a:solidFill>
                  <a:srgbClr val="F5EFE3"/>
                </a:solidFill>
                <a:latin typeface="Aptos"/>
                <a:ea typeface="Aptos"/>
                <a:cs typeface="Aptos"/>
              </a:defRPr>
            </a:pPr>
            <a:r>
              <a:rPr sz="975" b="1">
                <a:solidFill>
                  <a:srgbClr val="F5EFE3"/>
                </a:solidFill>
                <a:latin typeface="Aptos"/>
                <a:ea typeface="Aptos"/>
                <a:cs typeface="Aptos"/>
              </a:rPr>
              <a:t>Volunteer coverage</a:t>
            </a:r>
          </a:p>
        </p:txBody>
      </p:sp>
      <p:sp>
        <p:nvSpPr>
          <p:cNvPr id="61" name="">
            <a:extLst xmlns:a="http://schemas.openxmlformats.org/drawingml/2006/main">
              <a:ext uri="{FF2B5EF4-FFF2-40B4-BE49-F238E27FC236}">
                <a16:creationId xmlns:a16="http://schemas.microsoft.com/office/drawing/2014/main" id="{A25DB8C8-0BE5-4FE8-83E8-4596AE40824B}"/>
              </a:ext>
            </a:extLst>
          </p:cNvPr>
          <p:cNvSpPr>
            <a:spLocks xmlns:a="http://schemas.openxmlformats.org/drawingml/2006/main" noGrp="1"/>
          </p:cNvSpPr>
          <p:nvPr/>
        </p:nvSpPr>
        <p:spPr>
          <a:xfrm xmlns:a="http://schemas.openxmlformats.org/drawingml/2006/main">
            <a:off x="8572500" y="2895600"/>
            <a:ext cx="2952750" cy="114300"/>
          </a:xfrm>
          <a:prstGeom xmlns:a="http://schemas.openxmlformats.org/drawingml/2006/main" prst="rect">
            <a:avLst/>
          </a:prstGeom>
          <a:solidFill xmlns:a="http://schemas.openxmlformats.org/drawingml/2006/main">
            <a:srgbClr val="EDE6D8">
              <a:alpha val="8000"/>
            </a:srgbClr>
          </a:solidFill>
        </p:spPr>
      </p:sp>
      <p:sp>
        <p:nvSpPr>
          <p:cNvPr id="62" name="">
            <a:extLst xmlns:a="http://schemas.openxmlformats.org/drawingml/2006/main">
              <a:ext uri="{FF2B5EF4-FFF2-40B4-BE49-F238E27FC236}">
                <a16:creationId xmlns:a16="http://schemas.microsoft.com/office/drawing/2014/main" id="{1205CDC1-AA94-4B1E-AA39-8989823E2F25}"/>
              </a:ext>
            </a:extLst>
          </p:cNvPr>
          <p:cNvSpPr>
            <a:spLocks xmlns:a="http://schemas.openxmlformats.org/drawingml/2006/main" noGrp="1"/>
          </p:cNvSpPr>
          <p:nvPr/>
        </p:nvSpPr>
        <p:spPr>
          <a:xfrm xmlns:a="http://schemas.openxmlformats.org/drawingml/2006/main">
            <a:off x="8572500" y="2895600"/>
            <a:ext cx="2543175" cy="114300"/>
          </a:xfrm>
          <a:prstGeom xmlns:a="http://schemas.openxmlformats.org/drawingml/2006/main" prst="rect">
            <a:avLst/>
          </a:prstGeom>
          <a:solidFill xmlns:a="http://schemas.openxmlformats.org/drawingml/2006/main">
            <a:srgbClr val="80A86B"/>
          </a:solidFill>
        </p:spPr>
      </p:sp>
      <p:sp>
        <p:nvSpPr>
          <p:cNvPr id="63" name="">
            <a:extLst xmlns:a="http://schemas.openxmlformats.org/drawingml/2006/main">
              <a:ext uri="{FF2B5EF4-FFF2-40B4-BE49-F238E27FC236}">
                <a16:creationId xmlns:a16="http://schemas.microsoft.com/office/drawing/2014/main" id="{4AF44A06-EDC4-4886-A050-4F21270A045A}"/>
              </a:ext>
            </a:extLst>
          </p:cNvPr>
          <p:cNvSpPr>
            <a:spLocks xmlns:a="http://schemas.openxmlformats.org/drawingml/2006/main" noGrp="1"/>
          </p:cNvSpPr>
          <p:nvPr/>
        </p:nvSpPr>
        <p:spPr>
          <a:xfrm xmlns:a="http://schemas.openxmlformats.org/drawingml/2006/main">
            <a:off x="11668125" y="2857500"/>
            <a:ext cx="4762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86%</a:t>
            </a:r>
          </a:p>
        </p:txBody>
      </p:sp>
      <p:sp>
        <p:nvSpPr>
          <p:cNvPr id="64" name="">
            <a:extLst xmlns:a="http://schemas.openxmlformats.org/drawingml/2006/main">
              <a:ext uri="{FF2B5EF4-FFF2-40B4-BE49-F238E27FC236}">
                <a16:creationId xmlns:a16="http://schemas.microsoft.com/office/drawing/2014/main" id="{BD839E14-316A-44A1-9E78-2BD4E9ACC461}"/>
              </a:ext>
            </a:extLst>
          </p:cNvPr>
          <p:cNvSpPr>
            <a:spLocks xmlns:a="http://schemas.openxmlformats.org/drawingml/2006/main" noGrp="1"/>
          </p:cNvSpPr>
          <p:nvPr/>
        </p:nvSpPr>
        <p:spPr>
          <a:xfrm xmlns:a="http://schemas.openxmlformats.org/drawingml/2006/main">
            <a:off x="6572250" y="3333750"/>
            <a:ext cx="18097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75" b="1">
                <a:solidFill>
                  <a:srgbClr val="F5EFE3"/>
                </a:solidFill>
                <a:latin typeface="Aptos"/>
                <a:ea typeface="Aptos"/>
                <a:cs typeface="Aptos"/>
              </a:defRPr>
            </a:pPr>
            <a:r>
              <a:rPr sz="975" b="1">
                <a:solidFill>
                  <a:srgbClr val="F5EFE3"/>
                </a:solidFill>
                <a:latin typeface="Aptos"/>
                <a:ea typeface="Aptos"/>
                <a:cs typeface="Aptos"/>
              </a:rPr>
              <a:t>Bus turnaround pressure</a:t>
            </a:r>
          </a:p>
        </p:txBody>
      </p:sp>
      <p:sp>
        <p:nvSpPr>
          <p:cNvPr id="65" name="">
            <a:extLst xmlns:a="http://schemas.openxmlformats.org/drawingml/2006/main">
              <a:ext uri="{FF2B5EF4-FFF2-40B4-BE49-F238E27FC236}">
                <a16:creationId xmlns:a16="http://schemas.microsoft.com/office/drawing/2014/main" id="{CA6C71A0-3A56-42E3-A997-2BA24B7A1D01}"/>
              </a:ext>
            </a:extLst>
          </p:cNvPr>
          <p:cNvSpPr>
            <a:spLocks xmlns:a="http://schemas.openxmlformats.org/drawingml/2006/main" noGrp="1"/>
          </p:cNvSpPr>
          <p:nvPr/>
        </p:nvSpPr>
        <p:spPr>
          <a:xfrm xmlns:a="http://schemas.openxmlformats.org/drawingml/2006/main">
            <a:off x="8572500" y="3371850"/>
            <a:ext cx="2952750" cy="114300"/>
          </a:xfrm>
          <a:prstGeom xmlns:a="http://schemas.openxmlformats.org/drawingml/2006/main" prst="rect">
            <a:avLst/>
          </a:prstGeom>
          <a:solidFill xmlns:a="http://schemas.openxmlformats.org/drawingml/2006/main">
            <a:srgbClr val="EDE6D8">
              <a:alpha val="8000"/>
            </a:srgbClr>
          </a:solidFill>
        </p:spPr>
      </p:sp>
      <p:sp>
        <p:nvSpPr>
          <p:cNvPr id="66" name="">
            <a:extLst xmlns:a="http://schemas.openxmlformats.org/drawingml/2006/main">
              <a:ext uri="{FF2B5EF4-FFF2-40B4-BE49-F238E27FC236}">
                <a16:creationId xmlns:a16="http://schemas.microsoft.com/office/drawing/2014/main" id="{874F7DFE-CF77-4D4F-B53B-D99B55B2F402}"/>
              </a:ext>
            </a:extLst>
          </p:cNvPr>
          <p:cNvSpPr>
            <a:spLocks xmlns:a="http://schemas.openxmlformats.org/drawingml/2006/main" noGrp="1"/>
          </p:cNvSpPr>
          <p:nvPr/>
        </p:nvSpPr>
        <p:spPr>
          <a:xfrm xmlns:a="http://schemas.openxmlformats.org/drawingml/2006/main">
            <a:off x="8572500" y="3371850"/>
            <a:ext cx="2152650" cy="114300"/>
          </a:xfrm>
          <a:prstGeom xmlns:a="http://schemas.openxmlformats.org/drawingml/2006/main" prst="rect">
            <a:avLst/>
          </a:prstGeom>
          <a:solidFill xmlns:a="http://schemas.openxmlformats.org/drawingml/2006/main">
            <a:srgbClr val="C9963D"/>
          </a:solidFill>
        </p:spPr>
      </p:sp>
      <p:sp>
        <p:nvSpPr>
          <p:cNvPr id="67" name="">
            <a:extLst xmlns:a="http://schemas.openxmlformats.org/drawingml/2006/main">
              <a:ext uri="{FF2B5EF4-FFF2-40B4-BE49-F238E27FC236}">
                <a16:creationId xmlns:a16="http://schemas.microsoft.com/office/drawing/2014/main" id="{CD98B2BF-13C5-47F8-AD64-4460004F3FE2}"/>
              </a:ext>
            </a:extLst>
          </p:cNvPr>
          <p:cNvSpPr>
            <a:spLocks xmlns:a="http://schemas.openxmlformats.org/drawingml/2006/main" noGrp="1"/>
          </p:cNvSpPr>
          <p:nvPr/>
        </p:nvSpPr>
        <p:spPr>
          <a:xfrm xmlns:a="http://schemas.openxmlformats.org/drawingml/2006/main">
            <a:off x="11668125" y="3333750"/>
            <a:ext cx="4762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73%</a:t>
            </a:r>
          </a:p>
        </p:txBody>
      </p:sp>
      <p:sp>
        <p:nvSpPr>
          <p:cNvPr id="68" name="">
            <a:extLst xmlns:a="http://schemas.openxmlformats.org/drawingml/2006/main">
              <a:ext uri="{FF2B5EF4-FFF2-40B4-BE49-F238E27FC236}">
                <a16:creationId xmlns:a16="http://schemas.microsoft.com/office/drawing/2014/main" id="{4D359AD0-7CDA-4668-B888-34A974D146BE}"/>
              </a:ext>
            </a:extLst>
          </p:cNvPr>
          <p:cNvSpPr>
            <a:spLocks xmlns:a="http://schemas.openxmlformats.org/drawingml/2006/main" noGrp="1"/>
          </p:cNvSpPr>
          <p:nvPr/>
        </p:nvSpPr>
        <p:spPr>
          <a:xfrm xmlns:a="http://schemas.openxmlformats.org/drawingml/2006/main">
            <a:off x="6572250" y="3810000"/>
            <a:ext cx="18097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75" b="1">
                <a:solidFill>
                  <a:srgbClr val="F5EFE3"/>
                </a:solidFill>
                <a:latin typeface="Aptos"/>
                <a:ea typeface="Aptos"/>
                <a:cs typeface="Aptos"/>
              </a:defRPr>
            </a:pPr>
            <a:r>
              <a:rPr sz="975" b="1">
                <a:solidFill>
                  <a:srgbClr val="F5EFE3"/>
                </a:solidFill>
                <a:latin typeface="Aptos"/>
                <a:ea typeface="Aptos"/>
                <a:cs typeface="Aptos"/>
              </a:rPr>
              <a:t>Incident assignment</a:t>
            </a:r>
          </a:p>
        </p:txBody>
      </p:sp>
      <p:sp>
        <p:nvSpPr>
          <p:cNvPr id="69" name="">
            <a:extLst xmlns:a="http://schemas.openxmlformats.org/drawingml/2006/main">
              <a:ext uri="{FF2B5EF4-FFF2-40B4-BE49-F238E27FC236}">
                <a16:creationId xmlns:a16="http://schemas.microsoft.com/office/drawing/2014/main" id="{D12B5CA7-4871-4EAE-8A3E-64C5BB436FB3}"/>
              </a:ext>
            </a:extLst>
          </p:cNvPr>
          <p:cNvSpPr>
            <a:spLocks xmlns:a="http://schemas.openxmlformats.org/drawingml/2006/main" noGrp="1"/>
          </p:cNvSpPr>
          <p:nvPr/>
        </p:nvSpPr>
        <p:spPr>
          <a:xfrm xmlns:a="http://schemas.openxmlformats.org/drawingml/2006/main">
            <a:off x="8572500" y="3848100"/>
            <a:ext cx="2952750" cy="114300"/>
          </a:xfrm>
          <a:prstGeom xmlns:a="http://schemas.openxmlformats.org/drawingml/2006/main" prst="rect">
            <a:avLst/>
          </a:prstGeom>
          <a:solidFill xmlns:a="http://schemas.openxmlformats.org/drawingml/2006/main">
            <a:srgbClr val="EDE6D8">
              <a:alpha val="8000"/>
            </a:srgbClr>
          </a:solidFill>
        </p:spPr>
      </p:sp>
      <p:sp>
        <p:nvSpPr>
          <p:cNvPr id="70" name="">
            <a:extLst xmlns:a="http://schemas.openxmlformats.org/drawingml/2006/main">
              <a:ext uri="{FF2B5EF4-FFF2-40B4-BE49-F238E27FC236}">
                <a16:creationId xmlns:a16="http://schemas.microsoft.com/office/drawing/2014/main" id="{A3F410D0-1C3A-4793-8818-4D2446073B86}"/>
              </a:ext>
            </a:extLst>
          </p:cNvPr>
          <p:cNvSpPr>
            <a:spLocks xmlns:a="http://schemas.openxmlformats.org/drawingml/2006/main" noGrp="1"/>
          </p:cNvSpPr>
          <p:nvPr/>
        </p:nvSpPr>
        <p:spPr>
          <a:xfrm xmlns:a="http://schemas.openxmlformats.org/drawingml/2006/main">
            <a:off x="8572500" y="3848100"/>
            <a:ext cx="1800225" cy="114300"/>
          </a:xfrm>
          <a:prstGeom xmlns:a="http://schemas.openxmlformats.org/drawingml/2006/main" prst="rect">
            <a:avLst/>
          </a:prstGeom>
          <a:solidFill xmlns:a="http://schemas.openxmlformats.org/drawingml/2006/main">
            <a:srgbClr val="6AA6B8"/>
          </a:solidFill>
        </p:spPr>
      </p:sp>
      <p:sp>
        <p:nvSpPr>
          <p:cNvPr id="71" name="">
            <a:extLst xmlns:a="http://schemas.openxmlformats.org/drawingml/2006/main">
              <a:ext uri="{FF2B5EF4-FFF2-40B4-BE49-F238E27FC236}">
                <a16:creationId xmlns:a16="http://schemas.microsoft.com/office/drawing/2014/main" id="{CB4CC2FA-B9CE-4E7D-97F4-A795ABCD75B9}"/>
              </a:ext>
            </a:extLst>
          </p:cNvPr>
          <p:cNvSpPr>
            <a:spLocks xmlns:a="http://schemas.openxmlformats.org/drawingml/2006/main" noGrp="1"/>
          </p:cNvSpPr>
          <p:nvPr/>
        </p:nvSpPr>
        <p:spPr>
          <a:xfrm xmlns:a="http://schemas.openxmlformats.org/drawingml/2006/main">
            <a:off x="11668125" y="3810000"/>
            <a:ext cx="4762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61%</a:t>
            </a:r>
          </a:p>
        </p:txBody>
      </p:sp>
      <p:sp>
        <p:nvSpPr>
          <p:cNvPr id="72" name="">
            <a:extLst xmlns:a="http://schemas.openxmlformats.org/drawingml/2006/main">
              <a:ext uri="{FF2B5EF4-FFF2-40B4-BE49-F238E27FC236}">
                <a16:creationId xmlns:a16="http://schemas.microsoft.com/office/drawing/2014/main" id="{195FCBEC-24D6-4BAB-9DBB-93EF0A6E1B4B}"/>
              </a:ext>
            </a:extLst>
          </p:cNvPr>
          <p:cNvSpPr>
            <a:spLocks xmlns:a="http://schemas.openxmlformats.org/drawingml/2006/main" noGrp="1"/>
          </p:cNvSpPr>
          <p:nvPr/>
        </p:nvSpPr>
        <p:spPr>
          <a:xfrm xmlns:a="http://schemas.openxmlformats.org/drawingml/2006/main">
            <a:off x="6572250" y="4495800"/>
            <a:ext cx="4095750" cy="1162050"/>
          </a:xfrm>
          <a:prstGeom xmlns:a="http://schemas.openxmlformats.org/drawingml/2006/main" prst="rect">
            <a:avLst/>
          </a:prstGeom>
          <a:solidFill xmlns:a="http://schemas.openxmlformats.org/drawingml/2006/main">
            <a:srgbClr val="EDE6D8">
              <a:alpha val="5500"/>
            </a:srgbClr>
          </a:solidFill>
        </p:spPr>
      </p:sp>
      <p:sp>
        <p:nvSpPr>
          <p:cNvPr id="73" name="">
            <a:extLst xmlns:a="http://schemas.openxmlformats.org/drawingml/2006/main">
              <a:ext uri="{FF2B5EF4-FFF2-40B4-BE49-F238E27FC236}">
                <a16:creationId xmlns:a16="http://schemas.microsoft.com/office/drawing/2014/main" id="{B5135E7B-AD2C-472B-9DC1-04783A4ED6D0}"/>
              </a:ext>
            </a:extLst>
          </p:cNvPr>
          <p:cNvSpPr>
            <a:spLocks xmlns:a="http://schemas.openxmlformats.org/drawingml/2006/main" noGrp="1"/>
          </p:cNvSpPr>
          <p:nvPr/>
        </p:nvSpPr>
        <p:spPr>
          <a:xfrm xmlns:a="http://schemas.openxmlformats.org/drawingml/2006/main">
            <a:off x="6572250" y="4495800"/>
            <a:ext cx="38100" cy="1162050"/>
          </a:xfrm>
          <a:prstGeom xmlns:a="http://schemas.openxmlformats.org/drawingml/2006/main" prst="rect">
            <a:avLst/>
          </a:prstGeom>
          <a:solidFill xmlns:a="http://schemas.openxmlformats.org/drawingml/2006/main">
            <a:srgbClr val="D87A22"/>
          </a:solidFill>
        </p:spPr>
      </p:sp>
      <p:sp>
        <p:nvSpPr>
          <p:cNvPr id="74" name="">
            <a:extLst xmlns:a="http://schemas.openxmlformats.org/drawingml/2006/main">
              <a:ext uri="{FF2B5EF4-FFF2-40B4-BE49-F238E27FC236}">
                <a16:creationId xmlns:a16="http://schemas.microsoft.com/office/drawing/2014/main" id="{93F5FA43-1295-4862-A03C-BE5A4D0764E2}"/>
              </a:ext>
            </a:extLst>
          </p:cNvPr>
          <p:cNvSpPr>
            <a:spLocks xmlns:a="http://schemas.openxmlformats.org/drawingml/2006/main" noGrp="1"/>
          </p:cNvSpPr>
          <p:nvPr/>
        </p:nvSpPr>
        <p:spPr>
          <a:xfrm xmlns:a="http://schemas.openxmlformats.org/drawingml/2006/main">
            <a:off x="6743700" y="4667250"/>
            <a:ext cx="375285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Command output</a:t>
            </a:r>
          </a:p>
        </p:txBody>
      </p:sp>
      <p:sp>
        <p:nvSpPr>
          <p:cNvPr id="75" name="">
            <a:extLst xmlns:a="http://schemas.openxmlformats.org/drawingml/2006/main">
              <a:ext uri="{FF2B5EF4-FFF2-40B4-BE49-F238E27FC236}">
                <a16:creationId xmlns:a16="http://schemas.microsoft.com/office/drawing/2014/main" id="{75F2FBC0-BB64-419A-9A74-38412B3E3D70}"/>
              </a:ext>
            </a:extLst>
          </p:cNvPr>
          <p:cNvSpPr>
            <a:spLocks xmlns:a="http://schemas.openxmlformats.org/drawingml/2006/main" noGrp="1"/>
          </p:cNvSpPr>
          <p:nvPr/>
        </p:nvSpPr>
        <p:spPr>
          <a:xfrm xmlns:a="http://schemas.openxmlformats.org/drawingml/2006/main">
            <a:off x="6743700" y="5010150"/>
            <a:ext cx="3752850" cy="514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Open counter-flow at Sector 4. Stage medical QRU at Gate 7. Move three volunteer teams from parking corridor to the two hold zones.</a:t>
            </a:r>
          </a:p>
        </p:txBody>
      </p:sp>
    </p:spTree>
    <p:extLst>
      <p:ext uri="{BB962C8B-B14F-4D97-AF65-F5344CB8AC3E}">
        <p14:creationId xmlns:p14="http://schemas.microsoft.com/office/powerpoint/2010/main" val="1020332178"/>
      </p:ext>
    </p:extLst>
  </p:cSld>
</p:sld>
</file>

<file path=ppt/slides/slide4.xml><?xml version="1.0" encoding="utf-8"?>
<p:sld xmlns:p="http://schemas.openxmlformats.org/presentationml/2006/main">
  <p:cSld>
    <p:bg>
      <p:bgPr>
        <a:solidFill xmlns:a="http://schemas.openxmlformats.org/drawingml/2006/main">
          <a:srgbClr val="101214"/>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7DF82B-8A02-4115-B74D-7F0A9DB6FA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214"/>
          </a:solidFill>
        </p:spPr>
      </p:sp>
      <p:sp>
        <p:nvSpPr>
          <p:cNvPr id="2" name="">
            <a:extLst xmlns:a="http://schemas.openxmlformats.org/drawingml/2006/main">
              <a:ext uri="{FF2B5EF4-FFF2-40B4-BE49-F238E27FC236}">
                <a16:creationId xmlns:a16="http://schemas.microsoft.com/office/drawing/2014/main" id="{AEFF6DEF-50E6-4EEF-8977-5A44B36CAA39}"/>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p:spPr>
      </p:sp>
      <p:sp>
        <p:nvSpPr>
          <p:cNvPr id="3" name="">
            <a:extLst xmlns:a="http://schemas.openxmlformats.org/drawingml/2006/main">
              <a:ext uri="{FF2B5EF4-FFF2-40B4-BE49-F238E27FC236}">
                <a16:creationId xmlns:a16="http://schemas.microsoft.com/office/drawing/2014/main" id="{C674698F-8D62-4A96-90F6-8B1665C04242}"/>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p:spPr>
      </p:sp>
      <p:sp>
        <p:nvSpPr>
          <p:cNvPr id="4" name="">
            <a:extLst xmlns:a="http://schemas.openxmlformats.org/drawingml/2006/main">
              <a:ext uri="{FF2B5EF4-FFF2-40B4-BE49-F238E27FC236}">
                <a16:creationId xmlns:a16="http://schemas.microsoft.com/office/drawing/2014/main" id="{FB8C6BFB-4D7A-4A38-A60D-16494E6A4D43}"/>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p:spPr>
      </p:sp>
      <p:sp>
        <p:nvSpPr>
          <p:cNvPr id="5" name="">
            <a:extLst xmlns:a="http://schemas.openxmlformats.org/drawingml/2006/main">
              <a:ext uri="{FF2B5EF4-FFF2-40B4-BE49-F238E27FC236}">
                <a16:creationId xmlns:a16="http://schemas.microsoft.com/office/drawing/2014/main" id="{E12C01B1-E7BC-4C0C-AD43-7C9B17E80550}"/>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p:spPr>
      </p:sp>
      <p:sp>
        <p:nvSpPr>
          <p:cNvPr id="6" name="">
            <a:extLst xmlns:a="http://schemas.openxmlformats.org/drawingml/2006/main">
              <a:ext uri="{FF2B5EF4-FFF2-40B4-BE49-F238E27FC236}">
                <a16:creationId xmlns:a16="http://schemas.microsoft.com/office/drawing/2014/main" id="{E383AA0B-A678-4064-BF06-319563FF35DE}"/>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p:spPr>
      </p:sp>
      <p:sp>
        <p:nvSpPr>
          <p:cNvPr id="7" name="">
            <a:extLst xmlns:a="http://schemas.openxmlformats.org/drawingml/2006/main">
              <a:ext uri="{FF2B5EF4-FFF2-40B4-BE49-F238E27FC236}">
                <a16:creationId xmlns:a16="http://schemas.microsoft.com/office/drawing/2014/main" id="{048C56E3-5740-46DF-8303-C6E18FE93440}"/>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p:spPr>
      </p:sp>
      <p:sp>
        <p:nvSpPr>
          <p:cNvPr id="8" name="">
            <a:extLst xmlns:a="http://schemas.openxmlformats.org/drawingml/2006/main">
              <a:ext uri="{FF2B5EF4-FFF2-40B4-BE49-F238E27FC236}">
                <a16:creationId xmlns:a16="http://schemas.microsoft.com/office/drawing/2014/main" id="{AA38F2D2-B673-482A-A11B-E636613F89A0}"/>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p:spPr>
      </p:sp>
      <p:sp>
        <p:nvSpPr>
          <p:cNvPr id="9" name="">
            <a:extLst xmlns:a="http://schemas.openxmlformats.org/drawingml/2006/main">
              <a:ext uri="{FF2B5EF4-FFF2-40B4-BE49-F238E27FC236}">
                <a16:creationId xmlns:a16="http://schemas.microsoft.com/office/drawing/2014/main" id="{E069ADBB-C107-4620-B2B4-1AEDE067DC25}"/>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p:spPr>
      </p:sp>
      <p:sp>
        <p:nvSpPr>
          <p:cNvPr id="10" name="">
            <a:extLst xmlns:a="http://schemas.openxmlformats.org/drawingml/2006/main">
              <a:ext uri="{FF2B5EF4-FFF2-40B4-BE49-F238E27FC236}">
                <a16:creationId xmlns:a16="http://schemas.microsoft.com/office/drawing/2014/main" id="{926FDC74-24BE-4D98-BDF0-B74110DB75AE}"/>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p:spPr>
      </p:sp>
      <p:sp>
        <p:nvSpPr>
          <p:cNvPr id="11" name="">
            <a:extLst xmlns:a="http://schemas.openxmlformats.org/drawingml/2006/main">
              <a:ext uri="{FF2B5EF4-FFF2-40B4-BE49-F238E27FC236}">
                <a16:creationId xmlns:a16="http://schemas.microsoft.com/office/drawing/2014/main" id="{F4F42FDF-A9B1-4B7A-AB3B-3AE95A1F219D}"/>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p:spPr>
      </p:sp>
      <p:sp>
        <p:nvSpPr>
          <p:cNvPr id="12" name="">
            <a:extLst xmlns:a="http://schemas.openxmlformats.org/drawingml/2006/main">
              <a:ext uri="{FF2B5EF4-FFF2-40B4-BE49-F238E27FC236}">
                <a16:creationId xmlns:a16="http://schemas.microsoft.com/office/drawing/2014/main" id="{DE6B4CEB-3277-4974-AFD1-40AB8F8BE892}"/>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p:spPr>
      </p:sp>
      <p:sp>
        <p:nvSpPr>
          <p:cNvPr id="13" name="">
            <a:extLst xmlns:a="http://schemas.openxmlformats.org/drawingml/2006/main">
              <a:ext uri="{FF2B5EF4-FFF2-40B4-BE49-F238E27FC236}">
                <a16:creationId xmlns:a16="http://schemas.microsoft.com/office/drawing/2014/main" id="{58B98940-CC4A-42D0-AABD-F45A66B912FA}"/>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p:spPr>
      </p:sp>
      <p:sp>
        <p:nvSpPr>
          <p:cNvPr id="14" name="">
            <a:extLst xmlns:a="http://schemas.openxmlformats.org/drawingml/2006/main">
              <a:ext uri="{FF2B5EF4-FFF2-40B4-BE49-F238E27FC236}">
                <a16:creationId xmlns:a16="http://schemas.microsoft.com/office/drawing/2014/main" id="{B8463C74-8EF3-410D-939B-AB7CE9F2567B}"/>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p:spPr>
      </p:sp>
      <p:sp>
        <p:nvSpPr>
          <p:cNvPr id="15" name="">
            <a:extLst xmlns:a="http://schemas.openxmlformats.org/drawingml/2006/main">
              <a:ext uri="{FF2B5EF4-FFF2-40B4-BE49-F238E27FC236}">
                <a16:creationId xmlns:a16="http://schemas.microsoft.com/office/drawing/2014/main" id="{0F2A08EA-4F1C-4A85-AC78-06F741C178B1}"/>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p:spPr>
      </p:sp>
      <p:sp>
        <p:nvSpPr>
          <p:cNvPr id="16" name="">
            <a:extLst xmlns:a="http://schemas.openxmlformats.org/drawingml/2006/main">
              <a:ext uri="{FF2B5EF4-FFF2-40B4-BE49-F238E27FC236}">
                <a16:creationId xmlns:a16="http://schemas.microsoft.com/office/drawing/2014/main" id="{38763D58-B2B4-4EAF-82D8-F179DC715FFD}"/>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p:spPr>
      </p:sp>
      <p:sp>
        <p:nvSpPr>
          <p:cNvPr id="17" name="">
            <a:extLst xmlns:a="http://schemas.openxmlformats.org/drawingml/2006/main">
              <a:ext uri="{FF2B5EF4-FFF2-40B4-BE49-F238E27FC236}">
                <a16:creationId xmlns:a16="http://schemas.microsoft.com/office/drawing/2014/main" id="{4E7F0139-A92C-41A2-B945-1FC5B603CA19}"/>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p:spPr>
      </p:sp>
      <p:sp>
        <p:nvSpPr>
          <p:cNvPr id="18" name="">
            <a:extLst xmlns:a="http://schemas.openxmlformats.org/drawingml/2006/main">
              <a:ext uri="{FF2B5EF4-FFF2-40B4-BE49-F238E27FC236}">
                <a16:creationId xmlns:a16="http://schemas.microsoft.com/office/drawing/2014/main" id="{F6FF3A2B-B353-4459-8313-32931623B613}"/>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p:spPr>
      </p:sp>
      <p:sp>
        <p:nvSpPr>
          <p:cNvPr id="19" name="">
            <a:extLst xmlns:a="http://schemas.openxmlformats.org/drawingml/2006/main">
              <a:ext uri="{FF2B5EF4-FFF2-40B4-BE49-F238E27FC236}">
                <a16:creationId xmlns:a16="http://schemas.microsoft.com/office/drawing/2014/main" id="{3735F3CC-BF87-4DA8-91B8-88017A5B9105}"/>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p:spPr>
      </p:sp>
      <p:sp>
        <p:nvSpPr>
          <p:cNvPr id="20" name="">
            <a:extLst xmlns:a="http://schemas.openxmlformats.org/drawingml/2006/main">
              <a:ext uri="{FF2B5EF4-FFF2-40B4-BE49-F238E27FC236}">
                <a16:creationId xmlns:a16="http://schemas.microsoft.com/office/drawing/2014/main" id="{3FEE2C8C-0C8F-4144-9822-BF3557438E98}"/>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p:spPr>
      </p:sp>
      <p:sp>
        <p:nvSpPr>
          <p:cNvPr id="21" name="">
            <a:extLst xmlns:a="http://schemas.openxmlformats.org/drawingml/2006/main">
              <a:ext uri="{FF2B5EF4-FFF2-40B4-BE49-F238E27FC236}">
                <a16:creationId xmlns:a16="http://schemas.microsoft.com/office/drawing/2014/main" id="{3424D87E-E039-4576-B32A-8BB633C9BAD0}"/>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p:spPr>
      </p:sp>
      <p:sp>
        <p:nvSpPr>
          <p:cNvPr id="22" name="">
            <a:extLst xmlns:a="http://schemas.openxmlformats.org/drawingml/2006/main">
              <a:ext uri="{FF2B5EF4-FFF2-40B4-BE49-F238E27FC236}">
                <a16:creationId xmlns:a16="http://schemas.microsoft.com/office/drawing/2014/main" id="{EE3F87B4-C87A-4867-9FE0-C883AE53D4DD}"/>
              </a:ext>
            </a:extLst>
          </p:cNvPr>
          <p:cNvSpPr>
            <a:spLocks xmlns:a="http://schemas.openxmlformats.org/drawingml/2006/main" noGrp="1"/>
          </p:cNvSpPr>
          <p:nvPr/>
        </p:nvSpPr>
        <p:spPr>
          <a:xfrm xmlns:a="http://schemas.openxmlformats.org/drawingml/2006/main">
            <a:off x="12192000" y="0"/>
            <a:ext cx="0" cy="6858000"/>
          </a:xfrm>
          <a:prstGeom xmlns:a="http://schemas.openxmlformats.org/drawingml/2006/main" prst="line">
            <a:avLst/>
          </a:prstGeom>
          <a:noFill xmlns:a="http://schemas.openxmlformats.org/drawingml/2006/main"/>
        </p:spPr>
      </p:sp>
      <p:sp>
        <p:nvSpPr>
          <p:cNvPr id="23" name="">
            <a:extLst xmlns:a="http://schemas.openxmlformats.org/drawingml/2006/main">
              <a:ext uri="{FF2B5EF4-FFF2-40B4-BE49-F238E27FC236}">
                <a16:creationId xmlns:a16="http://schemas.microsoft.com/office/drawing/2014/main" id="{4494C7DB-EC08-4F70-94A7-149698CFAAF0}"/>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p:spPr>
      </p:sp>
      <p:sp>
        <p:nvSpPr>
          <p:cNvPr id="24" name="">
            <a:extLst xmlns:a="http://schemas.openxmlformats.org/drawingml/2006/main">
              <a:ext uri="{FF2B5EF4-FFF2-40B4-BE49-F238E27FC236}">
                <a16:creationId xmlns:a16="http://schemas.microsoft.com/office/drawing/2014/main" id="{2737D5D1-1B2B-4682-9AA9-989CFAFFB22D}"/>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p:spPr>
      </p:sp>
      <p:sp>
        <p:nvSpPr>
          <p:cNvPr id="25" name="">
            <a:extLst xmlns:a="http://schemas.openxmlformats.org/drawingml/2006/main">
              <a:ext uri="{FF2B5EF4-FFF2-40B4-BE49-F238E27FC236}">
                <a16:creationId xmlns:a16="http://schemas.microsoft.com/office/drawing/2014/main" id="{CFAB5DB7-B07E-4B6D-847F-2C91C2EAD9B3}"/>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p:spPr>
      </p:sp>
      <p:sp>
        <p:nvSpPr>
          <p:cNvPr id="26" name="">
            <a:extLst xmlns:a="http://schemas.openxmlformats.org/drawingml/2006/main">
              <a:ext uri="{FF2B5EF4-FFF2-40B4-BE49-F238E27FC236}">
                <a16:creationId xmlns:a16="http://schemas.microsoft.com/office/drawing/2014/main" id="{CE462CCC-F3F5-42D2-A8E5-9624EB347D63}"/>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p:spPr>
      </p:sp>
      <p:sp>
        <p:nvSpPr>
          <p:cNvPr id="27" name="">
            <a:extLst xmlns:a="http://schemas.openxmlformats.org/drawingml/2006/main">
              <a:ext uri="{FF2B5EF4-FFF2-40B4-BE49-F238E27FC236}">
                <a16:creationId xmlns:a16="http://schemas.microsoft.com/office/drawing/2014/main" id="{95C59F25-F994-4C69-BE5D-C8FEE09FC32D}"/>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p:spPr>
      </p:sp>
      <p:sp>
        <p:nvSpPr>
          <p:cNvPr id="28" name="">
            <a:extLst xmlns:a="http://schemas.openxmlformats.org/drawingml/2006/main">
              <a:ext uri="{FF2B5EF4-FFF2-40B4-BE49-F238E27FC236}">
                <a16:creationId xmlns:a16="http://schemas.microsoft.com/office/drawing/2014/main" id="{4C0C2BBE-9C3F-4053-B266-AA6937F60D64}"/>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p:spPr>
      </p:sp>
      <p:sp>
        <p:nvSpPr>
          <p:cNvPr id="29" name="">
            <a:extLst xmlns:a="http://schemas.openxmlformats.org/drawingml/2006/main">
              <a:ext uri="{FF2B5EF4-FFF2-40B4-BE49-F238E27FC236}">
                <a16:creationId xmlns:a16="http://schemas.microsoft.com/office/drawing/2014/main" id="{7127E6A5-FF5C-4A73-AAF1-4941713203EF}"/>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p:spPr>
      </p:sp>
      <p:sp>
        <p:nvSpPr>
          <p:cNvPr id="30" name="">
            <a:extLst xmlns:a="http://schemas.openxmlformats.org/drawingml/2006/main">
              <a:ext uri="{FF2B5EF4-FFF2-40B4-BE49-F238E27FC236}">
                <a16:creationId xmlns:a16="http://schemas.microsoft.com/office/drawing/2014/main" id="{83FAA27C-C1E8-498B-9F80-392B37024DA3}"/>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p:spPr>
      </p:sp>
      <p:sp>
        <p:nvSpPr>
          <p:cNvPr id="31" name="">
            <a:extLst xmlns:a="http://schemas.openxmlformats.org/drawingml/2006/main">
              <a:ext uri="{FF2B5EF4-FFF2-40B4-BE49-F238E27FC236}">
                <a16:creationId xmlns:a16="http://schemas.microsoft.com/office/drawing/2014/main" id="{E5B89BBF-D334-409E-8D97-50D3D67C45C5}"/>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p:spPr>
      </p:sp>
      <p:sp>
        <p:nvSpPr>
          <p:cNvPr id="32" name="">
            <a:extLst xmlns:a="http://schemas.openxmlformats.org/drawingml/2006/main">
              <a:ext uri="{FF2B5EF4-FFF2-40B4-BE49-F238E27FC236}">
                <a16:creationId xmlns:a16="http://schemas.microsoft.com/office/drawing/2014/main" id="{2B9CB85E-FACE-4DF2-9CB6-2B9588FB8E0F}"/>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p:spPr>
      </p:sp>
      <p:sp>
        <p:nvSpPr>
          <p:cNvPr id="33" name="">
            <a:extLst xmlns:a="http://schemas.openxmlformats.org/drawingml/2006/main">
              <a:ext uri="{FF2B5EF4-FFF2-40B4-BE49-F238E27FC236}">
                <a16:creationId xmlns:a16="http://schemas.microsoft.com/office/drawing/2014/main" id="{E2FE2700-2457-4535-BB4B-BEAC0F5929F6}"/>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p:spPr>
      </p:sp>
      <p:sp>
        <p:nvSpPr>
          <p:cNvPr id="34" name="">
            <a:extLst xmlns:a="http://schemas.openxmlformats.org/drawingml/2006/main">
              <a:ext uri="{FF2B5EF4-FFF2-40B4-BE49-F238E27FC236}">
                <a16:creationId xmlns:a16="http://schemas.microsoft.com/office/drawing/2014/main" id="{C5BED8D2-7C9D-40D4-9A33-74EE90BCA4EA}"/>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p:spPr>
      </p:sp>
      <p:sp>
        <p:nvSpPr>
          <p:cNvPr id="35" name="">
            <a:extLst xmlns:a="http://schemas.openxmlformats.org/drawingml/2006/main">
              <a:ext uri="{FF2B5EF4-FFF2-40B4-BE49-F238E27FC236}">
                <a16:creationId xmlns:a16="http://schemas.microsoft.com/office/drawing/2014/main" id="{89AD0214-24C5-4F25-87D4-5D9A490FB78C}"/>
              </a:ext>
            </a:extLst>
          </p:cNvPr>
          <p:cNvSpPr>
            <a:spLocks xmlns:a="http://schemas.openxmlformats.org/drawingml/2006/main" noGrp="1"/>
          </p:cNvSpPr>
          <p:nvPr/>
        </p:nvSpPr>
        <p:spPr>
          <a:xfrm xmlns:a="http://schemas.openxmlformats.org/drawingml/2006/main">
            <a:off x="685800" y="381000"/>
            <a:ext cx="3429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6AA6B8"/>
                </a:solidFill>
                <a:latin typeface="Aptos"/>
                <a:ea typeface="Aptos"/>
                <a:cs typeface="Aptos"/>
              </a:defRPr>
            </a:pPr>
            <a:r>
              <a:rPr sz="900" b="1">
                <a:solidFill>
                  <a:srgbClr val="6AA6B8"/>
                </a:solidFill>
                <a:latin typeface="Aptos"/>
                <a:ea typeface="Aptos"/>
                <a:cs typeface="Aptos"/>
              </a:rPr>
              <a:t>SANGAM SETU / MAHAKUMBH 2028</a:t>
            </a:r>
          </a:p>
        </p:txBody>
      </p:sp>
      <p:sp>
        <p:nvSpPr>
          <p:cNvPr id="36" name="">
            <a:extLst xmlns:a="http://schemas.openxmlformats.org/drawingml/2006/main">
              <a:ext uri="{FF2B5EF4-FFF2-40B4-BE49-F238E27FC236}">
                <a16:creationId xmlns:a16="http://schemas.microsoft.com/office/drawing/2014/main" id="{DAA7CD7B-EE74-4A23-92A7-A92E7ACE96A3}"/>
              </a:ext>
            </a:extLst>
          </p:cNvPr>
          <p:cNvSpPr>
            <a:spLocks xmlns:a="http://schemas.openxmlformats.org/drawingml/2006/main" noGrp="1"/>
          </p:cNvSpPr>
          <p:nvPr/>
        </p:nvSpPr>
        <p:spPr>
          <a:xfrm xmlns:a="http://schemas.openxmlformats.org/drawingml/2006/main">
            <a:off x="11315700" y="381000"/>
            <a:ext cx="571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r">
              <a:defRPr sz="900" b="0">
                <a:solidFill>
                  <a:srgbClr val="A8A195"/>
                </a:solidFill>
                <a:latin typeface="Aptos"/>
                <a:ea typeface="Aptos"/>
                <a:cs typeface="Aptos"/>
              </a:defRPr>
            </a:pPr>
            <a:r>
              <a:rPr sz="900" b="0">
                <a:solidFill>
                  <a:srgbClr val="A8A195"/>
                </a:solidFill>
                <a:latin typeface="Aptos"/>
                <a:ea typeface="Aptos"/>
                <a:cs typeface="Aptos"/>
              </a:rPr>
              <a:t>04</a:t>
            </a:r>
          </a:p>
        </p:txBody>
      </p:sp>
      <p:sp>
        <p:nvSpPr>
          <p:cNvPr id="37" name="">
            <a:extLst xmlns:a="http://schemas.openxmlformats.org/drawingml/2006/main">
              <a:ext uri="{FF2B5EF4-FFF2-40B4-BE49-F238E27FC236}">
                <a16:creationId xmlns:a16="http://schemas.microsoft.com/office/drawing/2014/main" id="{8FD63439-A7BE-451E-8A4A-3764E54CC425}"/>
              </a:ext>
            </a:extLst>
          </p:cNvPr>
          <p:cNvSpPr>
            <a:spLocks xmlns:a="http://schemas.openxmlformats.org/drawingml/2006/main" noGrp="1"/>
          </p:cNvSpPr>
          <p:nvPr/>
        </p:nvSpPr>
        <p:spPr>
          <a:xfrm xmlns:a="http://schemas.openxmlformats.org/drawingml/2006/main">
            <a:off x="685800" y="6362700"/>
            <a:ext cx="11201400" cy="0"/>
          </a:xfrm>
          <a:prstGeom xmlns:a="http://schemas.openxmlformats.org/drawingml/2006/main" prst="line">
            <a:avLst/>
          </a:prstGeom>
          <a:noFill xmlns:a="http://schemas.openxmlformats.org/drawingml/2006/main"/>
        </p:spPr>
      </p:sp>
      <p:sp>
        <p:nvSpPr>
          <p:cNvPr id="38" name="">
            <a:extLst xmlns:a="http://schemas.openxmlformats.org/drawingml/2006/main">
              <a:ext uri="{FF2B5EF4-FFF2-40B4-BE49-F238E27FC236}">
                <a16:creationId xmlns:a16="http://schemas.microsoft.com/office/drawing/2014/main" id="{94F932E7-6C00-47C5-8967-7D8499CB165F}"/>
              </a:ext>
            </a:extLst>
          </p:cNvPr>
          <p:cNvSpPr>
            <a:spLocks xmlns:a="http://schemas.openxmlformats.org/drawingml/2006/main" noGrp="1"/>
          </p:cNvSpPr>
          <p:nvPr/>
        </p:nvSpPr>
        <p:spPr>
          <a:xfrm xmlns:a="http://schemas.openxmlformats.org/drawingml/2006/main">
            <a:off x="685800" y="876300"/>
            <a:ext cx="885825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850" b="1">
                <a:solidFill>
                  <a:srgbClr val="F5EFE3"/>
                </a:solidFill>
                <a:latin typeface="Georgia"/>
                <a:ea typeface="Georgia"/>
                <a:cs typeface="Georgia"/>
              </a:defRPr>
            </a:pPr>
            <a:r>
              <a:rPr sz="2850" b="1">
                <a:solidFill>
                  <a:srgbClr val="F5EFE3"/>
                </a:solidFill>
                <a:latin typeface="Georgia"/>
                <a:ea typeface="Georgia"/>
                <a:cs typeface="Georgia"/>
              </a:rPr>
              <a:t>Architecture: static demo today, real-time data mesh tomorrow.</a:t>
            </a:r>
          </a:p>
        </p:txBody>
      </p:sp>
      <p:sp>
        <p:nvSpPr>
          <p:cNvPr id="39" name="">
            <a:extLst xmlns:a="http://schemas.openxmlformats.org/drawingml/2006/main">
              <a:ext uri="{FF2B5EF4-FFF2-40B4-BE49-F238E27FC236}">
                <a16:creationId xmlns:a16="http://schemas.microsoft.com/office/drawing/2014/main" id="{A0534CCA-1554-4CF8-BB00-FA7E90174F94}"/>
              </a:ext>
            </a:extLst>
          </p:cNvPr>
          <p:cNvSpPr>
            <a:spLocks xmlns:a="http://schemas.openxmlformats.org/drawingml/2006/main" noGrp="1"/>
          </p:cNvSpPr>
          <p:nvPr/>
        </p:nvSpPr>
        <p:spPr>
          <a:xfrm xmlns:a="http://schemas.openxmlformats.org/drawingml/2006/main">
            <a:off x="704850" y="1638300"/>
            <a:ext cx="8001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0">
                <a:solidFill>
                  <a:srgbClr val="A8A195"/>
                </a:solidFill>
                <a:latin typeface="Aptos"/>
                <a:ea typeface="Aptos"/>
                <a:cs typeface="Aptos"/>
              </a:defRPr>
            </a:pPr>
            <a:r>
              <a:rPr sz="1350" b="0">
                <a:solidFill>
                  <a:srgbClr val="A8A195"/>
                </a:solidFill>
                <a:latin typeface="Aptos"/>
                <a:ea typeface="Aptos"/>
                <a:cs typeface="Aptos"/>
              </a:rPr>
              <a:t>The Round 2 prototype is reliable without credentials. The production version connects operational feeds to a risk engine and dispatch workflow.</a:t>
            </a:r>
          </a:p>
        </p:txBody>
      </p:sp>
      <p:sp>
        <p:nvSpPr>
          <p:cNvPr id="40" name="">
            <a:extLst xmlns:a="http://schemas.openxmlformats.org/drawingml/2006/main">
              <a:ext uri="{FF2B5EF4-FFF2-40B4-BE49-F238E27FC236}">
                <a16:creationId xmlns:a16="http://schemas.microsoft.com/office/drawing/2014/main" id="{BFFB2A39-6BDA-41DA-808D-454FD37EF0CA}"/>
              </a:ext>
            </a:extLst>
          </p:cNvPr>
          <p:cNvSpPr>
            <a:spLocks xmlns:a="http://schemas.openxmlformats.org/drawingml/2006/main" noGrp="1"/>
          </p:cNvSpPr>
          <p:nvPr/>
        </p:nvSpPr>
        <p:spPr>
          <a:xfrm xmlns:a="http://schemas.openxmlformats.org/drawingml/2006/main">
            <a:off x="723900" y="2800350"/>
            <a:ext cx="1809750" cy="514350"/>
          </a:xfrm>
          <a:prstGeom xmlns:a="http://schemas.openxmlformats.org/drawingml/2006/main" prst="rect">
            <a:avLst/>
          </a:prstGeom>
          <a:solidFill xmlns:a="http://schemas.openxmlformats.org/drawingml/2006/main">
            <a:srgbClr val="EDE6D8">
              <a:alpha val="5500"/>
            </a:srgbClr>
          </a:solidFill>
        </p:spPr>
      </p:sp>
      <p:sp>
        <p:nvSpPr>
          <p:cNvPr id="41" name="">
            <a:extLst xmlns:a="http://schemas.openxmlformats.org/drawingml/2006/main">
              <a:ext uri="{FF2B5EF4-FFF2-40B4-BE49-F238E27FC236}">
                <a16:creationId xmlns:a16="http://schemas.microsoft.com/office/drawing/2014/main" id="{5D258E96-FC69-4442-BCB2-37019FA1B7B2}"/>
              </a:ext>
            </a:extLst>
          </p:cNvPr>
          <p:cNvSpPr>
            <a:spLocks xmlns:a="http://schemas.openxmlformats.org/drawingml/2006/main" noGrp="1"/>
          </p:cNvSpPr>
          <p:nvPr/>
        </p:nvSpPr>
        <p:spPr>
          <a:xfrm xmlns:a="http://schemas.openxmlformats.org/drawingml/2006/main">
            <a:off x="857250" y="2962275"/>
            <a:ext cx="15430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050" b="1">
                <a:solidFill>
                  <a:srgbClr val="F5EFE3"/>
                </a:solidFill>
                <a:latin typeface="Aptos"/>
                <a:ea typeface="Aptos"/>
                <a:cs typeface="Aptos"/>
              </a:defRPr>
            </a:pPr>
            <a:r>
              <a:rPr sz="1050" b="1">
                <a:solidFill>
                  <a:srgbClr val="F5EFE3"/>
                </a:solidFill>
                <a:latin typeface="Aptos"/>
                <a:ea typeface="Aptos"/>
                <a:cs typeface="Aptos"/>
              </a:rPr>
              <a:t>CCTV analytics</a:t>
            </a:r>
          </a:p>
        </p:txBody>
      </p:sp>
      <p:sp>
        <p:nvSpPr>
          <p:cNvPr id="42" name="">
            <a:extLst xmlns:a="http://schemas.openxmlformats.org/drawingml/2006/main">
              <a:ext uri="{FF2B5EF4-FFF2-40B4-BE49-F238E27FC236}">
                <a16:creationId xmlns:a16="http://schemas.microsoft.com/office/drawing/2014/main" id="{8C49ED42-AEAF-4C43-ACBA-604F660BE422}"/>
              </a:ext>
            </a:extLst>
          </p:cNvPr>
          <p:cNvSpPr>
            <a:spLocks xmlns:a="http://schemas.openxmlformats.org/drawingml/2006/main" noGrp="1"/>
          </p:cNvSpPr>
          <p:nvPr/>
        </p:nvSpPr>
        <p:spPr>
          <a:xfrm xmlns:a="http://schemas.openxmlformats.org/drawingml/2006/main">
            <a:off x="723900" y="3752850"/>
            <a:ext cx="1809750" cy="514350"/>
          </a:xfrm>
          <a:prstGeom xmlns:a="http://schemas.openxmlformats.org/drawingml/2006/main" prst="rect">
            <a:avLst/>
          </a:prstGeom>
          <a:solidFill xmlns:a="http://schemas.openxmlformats.org/drawingml/2006/main">
            <a:srgbClr val="EDE6D8">
              <a:alpha val="5500"/>
            </a:srgbClr>
          </a:solidFill>
        </p:spPr>
      </p:sp>
      <p:sp>
        <p:nvSpPr>
          <p:cNvPr id="43" name="">
            <a:extLst xmlns:a="http://schemas.openxmlformats.org/drawingml/2006/main">
              <a:ext uri="{FF2B5EF4-FFF2-40B4-BE49-F238E27FC236}">
                <a16:creationId xmlns:a16="http://schemas.microsoft.com/office/drawing/2014/main" id="{D1C0BB07-338A-41FB-9BB6-EB9E5110789F}"/>
              </a:ext>
            </a:extLst>
          </p:cNvPr>
          <p:cNvSpPr>
            <a:spLocks xmlns:a="http://schemas.openxmlformats.org/drawingml/2006/main" noGrp="1"/>
          </p:cNvSpPr>
          <p:nvPr/>
        </p:nvSpPr>
        <p:spPr>
          <a:xfrm xmlns:a="http://schemas.openxmlformats.org/drawingml/2006/main">
            <a:off x="857250" y="3914775"/>
            <a:ext cx="15430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050" b="1">
                <a:solidFill>
                  <a:srgbClr val="F5EFE3"/>
                </a:solidFill>
                <a:latin typeface="Aptos"/>
                <a:ea typeface="Aptos"/>
                <a:cs typeface="Aptos"/>
              </a:defRPr>
            </a:pPr>
            <a:r>
              <a:rPr sz="1050" b="1">
                <a:solidFill>
                  <a:srgbClr val="F5EFE3"/>
                </a:solidFill>
                <a:latin typeface="Aptos"/>
                <a:ea typeface="Aptos"/>
                <a:cs typeface="Aptos"/>
              </a:rPr>
              <a:t>Bus GPS + parking</a:t>
            </a:r>
          </a:p>
        </p:txBody>
      </p:sp>
      <p:sp>
        <p:nvSpPr>
          <p:cNvPr id="44" name="">
            <a:extLst xmlns:a="http://schemas.openxmlformats.org/drawingml/2006/main">
              <a:ext uri="{FF2B5EF4-FFF2-40B4-BE49-F238E27FC236}">
                <a16:creationId xmlns:a16="http://schemas.microsoft.com/office/drawing/2014/main" id="{3342BE40-9D4E-4342-A390-5BB30E088141}"/>
              </a:ext>
            </a:extLst>
          </p:cNvPr>
          <p:cNvSpPr>
            <a:spLocks xmlns:a="http://schemas.openxmlformats.org/drawingml/2006/main" noGrp="1"/>
          </p:cNvSpPr>
          <p:nvPr/>
        </p:nvSpPr>
        <p:spPr>
          <a:xfrm xmlns:a="http://schemas.openxmlformats.org/drawingml/2006/main">
            <a:off x="723900" y="4705350"/>
            <a:ext cx="1809750" cy="514350"/>
          </a:xfrm>
          <a:prstGeom xmlns:a="http://schemas.openxmlformats.org/drawingml/2006/main" prst="rect">
            <a:avLst/>
          </a:prstGeom>
          <a:solidFill xmlns:a="http://schemas.openxmlformats.org/drawingml/2006/main">
            <a:srgbClr val="EDE6D8">
              <a:alpha val="5500"/>
            </a:srgbClr>
          </a:solidFill>
        </p:spPr>
      </p:sp>
      <p:sp>
        <p:nvSpPr>
          <p:cNvPr id="45" name="">
            <a:extLst xmlns:a="http://schemas.openxmlformats.org/drawingml/2006/main">
              <a:ext uri="{FF2B5EF4-FFF2-40B4-BE49-F238E27FC236}">
                <a16:creationId xmlns:a16="http://schemas.microsoft.com/office/drawing/2014/main" id="{DD0BD164-3D1A-41A7-9125-5DDC79CA2A62}"/>
              </a:ext>
            </a:extLst>
          </p:cNvPr>
          <p:cNvSpPr>
            <a:spLocks xmlns:a="http://schemas.openxmlformats.org/drawingml/2006/main" noGrp="1"/>
          </p:cNvSpPr>
          <p:nvPr/>
        </p:nvSpPr>
        <p:spPr>
          <a:xfrm xmlns:a="http://schemas.openxmlformats.org/drawingml/2006/main">
            <a:off x="857250" y="4867275"/>
            <a:ext cx="15430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050" b="1">
                <a:solidFill>
                  <a:srgbClr val="F5EFE3"/>
                </a:solidFill>
                <a:latin typeface="Aptos"/>
                <a:ea typeface="Aptos"/>
                <a:cs typeface="Aptos"/>
              </a:defRPr>
            </a:pPr>
            <a:r>
              <a:rPr sz="1050" b="1">
                <a:solidFill>
                  <a:srgbClr val="F5EFE3"/>
                </a:solidFill>
                <a:latin typeface="Aptos"/>
                <a:ea typeface="Aptos"/>
                <a:cs typeface="Aptos"/>
              </a:rPr>
              <a:t>Helpline reports</a:t>
            </a:r>
          </a:p>
        </p:txBody>
      </p:sp>
      <p:sp>
        <p:nvSpPr>
          <p:cNvPr id="46" name="">
            <a:extLst xmlns:a="http://schemas.openxmlformats.org/drawingml/2006/main">
              <a:ext uri="{FF2B5EF4-FFF2-40B4-BE49-F238E27FC236}">
                <a16:creationId xmlns:a16="http://schemas.microsoft.com/office/drawing/2014/main" id="{C5CC1E03-B203-4C68-9E9C-EA228CA70FD9}"/>
              </a:ext>
            </a:extLst>
          </p:cNvPr>
          <p:cNvSpPr>
            <a:spLocks xmlns:a="http://schemas.openxmlformats.org/drawingml/2006/main" noGrp="1"/>
          </p:cNvSpPr>
          <p:nvPr/>
        </p:nvSpPr>
        <p:spPr>
          <a:xfrm xmlns:a="http://schemas.openxmlformats.org/drawingml/2006/main">
            <a:off x="723900" y="5657850"/>
            <a:ext cx="1809750" cy="514350"/>
          </a:xfrm>
          <a:prstGeom xmlns:a="http://schemas.openxmlformats.org/drawingml/2006/main" prst="rect">
            <a:avLst/>
          </a:prstGeom>
          <a:solidFill xmlns:a="http://schemas.openxmlformats.org/drawingml/2006/main">
            <a:srgbClr val="EDE6D8">
              <a:alpha val="5500"/>
            </a:srgbClr>
          </a:solidFill>
        </p:spPr>
      </p:sp>
      <p:sp>
        <p:nvSpPr>
          <p:cNvPr id="47" name="">
            <a:extLst xmlns:a="http://schemas.openxmlformats.org/drawingml/2006/main">
              <a:ext uri="{FF2B5EF4-FFF2-40B4-BE49-F238E27FC236}">
                <a16:creationId xmlns:a16="http://schemas.microsoft.com/office/drawing/2014/main" id="{DE3AFB00-3D60-48E7-8FBF-B41D77B5EBB2}"/>
              </a:ext>
            </a:extLst>
          </p:cNvPr>
          <p:cNvSpPr>
            <a:spLocks xmlns:a="http://schemas.openxmlformats.org/drawingml/2006/main" noGrp="1"/>
          </p:cNvSpPr>
          <p:nvPr/>
        </p:nvSpPr>
        <p:spPr>
          <a:xfrm xmlns:a="http://schemas.openxmlformats.org/drawingml/2006/main">
            <a:off x="857250" y="5819775"/>
            <a:ext cx="15430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050" b="1">
                <a:solidFill>
                  <a:srgbClr val="F5EFE3"/>
                </a:solidFill>
                <a:latin typeface="Aptos"/>
                <a:ea typeface="Aptos"/>
                <a:cs typeface="Aptos"/>
              </a:defRPr>
            </a:pPr>
            <a:r>
              <a:rPr sz="1050" b="1">
                <a:solidFill>
                  <a:srgbClr val="F5EFE3"/>
                </a:solidFill>
                <a:latin typeface="Aptos"/>
                <a:ea typeface="Aptos"/>
                <a:cs typeface="Aptos"/>
              </a:rPr>
              <a:t>Volunteer app</a:t>
            </a:r>
          </a:p>
        </p:txBody>
      </p:sp>
      <p:sp>
        <p:nvSpPr>
          <p:cNvPr id="48" name="">
            <a:extLst xmlns:a="http://schemas.openxmlformats.org/drawingml/2006/main">
              <a:ext uri="{FF2B5EF4-FFF2-40B4-BE49-F238E27FC236}">
                <a16:creationId xmlns:a16="http://schemas.microsoft.com/office/drawing/2014/main" id="{7D13F061-2422-4D33-8D75-E9C4D6B0270A}"/>
              </a:ext>
            </a:extLst>
          </p:cNvPr>
          <p:cNvSpPr>
            <a:spLocks xmlns:a="http://schemas.openxmlformats.org/drawingml/2006/main" noGrp="1"/>
          </p:cNvSpPr>
          <p:nvPr/>
        </p:nvSpPr>
        <p:spPr>
          <a:xfrm xmlns:a="http://schemas.openxmlformats.org/drawingml/2006/main">
            <a:off x="3733800" y="3905250"/>
            <a:ext cx="1809750" cy="514350"/>
          </a:xfrm>
          <a:prstGeom xmlns:a="http://schemas.openxmlformats.org/drawingml/2006/main" prst="rect">
            <a:avLst/>
          </a:prstGeom>
          <a:solidFill xmlns:a="http://schemas.openxmlformats.org/drawingml/2006/main">
            <a:srgbClr val="EDE6D8">
              <a:alpha val="5500"/>
            </a:srgbClr>
          </a:solidFill>
        </p:spPr>
      </p:sp>
      <p:sp>
        <p:nvSpPr>
          <p:cNvPr id="49" name="">
            <a:extLst xmlns:a="http://schemas.openxmlformats.org/drawingml/2006/main">
              <a:ext uri="{FF2B5EF4-FFF2-40B4-BE49-F238E27FC236}">
                <a16:creationId xmlns:a16="http://schemas.microsoft.com/office/drawing/2014/main" id="{5656DAFF-DC75-426A-BBB9-93729F690FE6}"/>
              </a:ext>
            </a:extLst>
          </p:cNvPr>
          <p:cNvSpPr>
            <a:spLocks xmlns:a="http://schemas.openxmlformats.org/drawingml/2006/main" noGrp="1"/>
          </p:cNvSpPr>
          <p:nvPr/>
        </p:nvSpPr>
        <p:spPr>
          <a:xfrm xmlns:a="http://schemas.openxmlformats.org/drawingml/2006/main">
            <a:off x="3867150" y="4067175"/>
            <a:ext cx="15430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050" b="1">
                <a:solidFill>
                  <a:srgbClr val="F5EFE3"/>
                </a:solidFill>
                <a:latin typeface="Aptos"/>
                <a:ea typeface="Aptos"/>
                <a:cs typeface="Aptos"/>
              </a:defRPr>
            </a:pPr>
            <a:r>
              <a:rPr sz="1050" b="1">
                <a:solidFill>
                  <a:srgbClr val="F5EFE3"/>
                </a:solidFill>
                <a:latin typeface="Aptos"/>
                <a:ea typeface="Aptos"/>
                <a:cs typeface="Aptos"/>
              </a:rPr>
              <a:t>Event data bus</a:t>
            </a:r>
          </a:p>
        </p:txBody>
      </p:sp>
      <p:sp>
        <p:nvSpPr>
          <p:cNvPr id="50" name="">
            <a:extLst xmlns:a="http://schemas.openxmlformats.org/drawingml/2006/main">
              <a:ext uri="{FF2B5EF4-FFF2-40B4-BE49-F238E27FC236}">
                <a16:creationId xmlns:a16="http://schemas.microsoft.com/office/drawing/2014/main" id="{135915FD-BB13-486B-9984-8B6CC642C6F1}"/>
              </a:ext>
            </a:extLst>
          </p:cNvPr>
          <p:cNvSpPr>
            <a:spLocks xmlns:a="http://schemas.openxmlformats.org/drawingml/2006/main" noGrp="1"/>
          </p:cNvSpPr>
          <p:nvPr/>
        </p:nvSpPr>
        <p:spPr>
          <a:xfrm xmlns:a="http://schemas.openxmlformats.org/drawingml/2006/main">
            <a:off x="6019800" y="3905250"/>
            <a:ext cx="1809750" cy="514350"/>
          </a:xfrm>
          <a:prstGeom xmlns:a="http://schemas.openxmlformats.org/drawingml/2006/main" prst="rect">
            <a:avLst/>
          </a:prstGeom>
          <a:solidFill xmlns:a="http://schemas.openxmlformats.org/drawingml/2006/main">
            <a:srgbClr val="EDE6D8">
              <a:alpha val="5500"/>
            </a:srgbClr>
          </a:solidFill>
        </p:spPr>
      </p:sp>
      <p:sp>
        <p:nvSpPr>
          <p:cNvPr id="51" name="">
            <a:extLst xmlns:a="http://schemas.openxmlformats.org/drawingml/2006/main">
              <a:ext uri="{FF2B5EF4-FFF2-40B4-BE49-F238E27FC236}">
                <a16:creationId xmlns:a16="http://schemas.microsoft.com/office/drawing/2014/main" id="{EE68497E-4B9E-4206-95E2-42B922950C70}"/>
              </a:ext>
            </a:extLst>
          </p:cNvPr>
          <p:cNvSpPr>
            <a:spLocks xmlns:a="http://schemas.openxmlformats.org/drawingml/2006/main" noGrp="1"/>
          </p:cNvSpPr>
          <p:nvPr/>
        </p:nvSpPr>
        <p:spPr>
          <a:xfrm xmlns:a="http://schemas.openxmlformats.org/drawingml/2006/main">
            <a:off x="6153150" y="4067175"/>
            <a:ext cx="15430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050" b="1">
                <a:solidFill>
                  <a:srgbClr val="F5EFE3"/>
                </a:solidFill>
                <a:latin typeface="Aptos"/>
                <a:ea typeface="Aptos"/>
                <a:cs typeface="Aptos"/>
              </a:defRPr>
            </a:pPr>
            <a:r>
              <a:rPr sz="1050" b="1">
                <a:solidFill>
                  <a:srgbClr val="F5EFE3"/>
                </a:solidFill>
                <a:latin typeface="Aptos"/>
                <a:ea typeface="Aptos"/>
                <a:cs typeface="Aptos"/>
              </a:rPr>
              <a:t>Risk + SLA engine</a:t>
            </a:r>
          </a:p>
        </p:txBody>
      </p:sp>
      <p:sp>
        <p:nvSpPr>
          <p:cNvPr id="52" name="">
            <a:extLst xmlns:a="http://schemas.openxmlformats.org/drawingml/2006/main">
              <a:ext uri="{FF2B5EF4-FFF2-40B4-BE49-F238E27FC236}">
                <a16:creationId xmlns:a16="http://schemas.microsoft.com/office/drawing/2014/main" id="{1CA1FBDF-14ED-49F9-A9E6-F8EF55E3BE9D}"/>
              </a:ext>
            </a:extLst>
          </p:cNvPr>
          <p:cNvSpPr>
            <a:spLocks xmlns:a="http://schemas.openxmlformats.org/drawingml/2006/main" noGrp="1"/>
          </p:cNvSpPr>
          <p:nvPr/>
        </p:nvSpPr>
        <p:spPr>
          <a:xfrm xmlns:a="http://schemas.openxmlformats.org/drawingml/2006/main">
            <a:off x="8629650" y="3352800"/>
            <a:ext cx="1809750" cy="514350"/>
          </a:xfrm>
          <a:prstGeom xmlns:a="http://schemas.openxmlformats.org/drawingml/2006/main" prst="rect">
            <a:avLst/>
          </a:prstGeom>
          <a:solidFill xmlns:a="http://schemas.openxmlformats.org/drawingml/2006/main">
            <a:srgbClr val="EDE6D8">
              <a:alpha val="5500"/>
            </a:srgbClr>
          </a:solidFill>
        </p:spPr>
      </p:sp>
      <p:sp>
        <p:nvSpPr>
          <p:cNvPr id="53" name="">
            <a:extLst xmlns:a="http://schemas.openxmlformats.org/drawingml/2006/main">
              <a:ext uri="{FF2B5EF4-FFF2-40B4-BE49-F238E27FC236}">
                <a16:creationId xmlns:a16="http://schemas.microsoft.com/office/drawing/2014/main" id="{E82A4239-44A1-4050-ACD4-89BBDC058BF9}"/>
              </a:ext>
            </a:extLst>
          </p:cNvPr>
          <p:cNvSpPr>
            <a:spLocks xmlns:a="http://schemas.openxmlformats.org/drawingml/2006/main" noGrp="1"/>
          </p:cNvSpPr>
          <p:nvPr/>
        </p:nvSpPr>
        <p:spPr>
          <a:xfrm xmlns:a="http://schemas.openxmlformats.org/drawingml/2006/main">
            <a:off x="8763000" y="3514725"/>
            <a:ext cx="15430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050" b="1">
                <a:solidFill>
                  <a:srgbClr val="F5EFE3"/>
                </a:solidFill>
                <a:latin typeface="Aptos"/>
                <a:ea typeface="Aptos"/>
                <a:cs typeface="Aptos"/>
              </a:defRPr>
            </a:pPr>
            <a:r>
              <a:rPr sz="1050" b="1">
                <a:solidFill>
                  <a:srgbClr val="F5EFE3"/>
                </a:solidFill>
                <a:latin typeface="Aptos"/>
                <a:ea typeface="Aptos"/>
                <a:cs typeface="Aptos"/>
              </a:rPr>
              <a:t>Command center UI</a:t>
            </a:r>
          </a:p>
        </p:txBody>
      </p:sp>
      <p:sp>
        <p:nvSpPr>
          <p:cNvPr id="54" name="">
            <a:extLst xmlns:a="http://schemas.openxmlformats.org/drawingml/2006/main">
              <a:ext uri="{FF2B5EF4-FFF2-40B4-BE49-F238E27FC236}">
                <a16:creationId xmlns:a16="http://schemas.microsoft.com/office/drawing/2014/main" id="{E9639699-DBB6-4904-A555-A582A74C9481}"/>
              </a:ext>
            </a:extLst>
          </p:cNvPr>
          <p:cNvSpPr>
            <a:spLocks xmlns:a="http://schemas.openxmlformats.org/drawingml/2006/main" noGrp="1"/>
          </p:cNvSpPr>
          <p:nvPr/>
        </p:nvSpPr>
        <p:spPr>
          <a:xfrm xmlns:a="http://schemas.openxmlformats.org/drawingml/2006/main">
            <a:off x="8629650" y="4762500"/>
            <a:ext cx="1809750" cy="514350"/>
          </a:xfrm>
          <a:prstGeom xmlns:a="http://schemas.openxmlformats.org/drawingml/2006/main" prst="rect">
            <a:avLst/>
          </a:prstGeom>
          <a:solidFill xmlns:a="http://schemas.openxmlformats.org/drawingml/2006/main">
            <a:srgbClr val="EDE6D8">
              <a:alpha val="5500"/>
            </a:srgbClr>
          </a:solidFill>
        </p:spPr>
      </p:sp>
      <p:sp>
        <p:nvSpPr>
          <p:cNvPr id="55" name="">
            <a:extLst xmlns:a="http://schemas.openxmlformats.org/drawingml/2006/main">
              <a:ext uri="{FF2B5EF4-FFF2-40B4-BE49-F238E27FC236}">
                <a16:creationId xmlns:a16="http://schemas.microsoft.com/office/drawing/2014/main" id="{4AC96B44-0121-407B-A615-D052B0A26178}"/>
              </a:ext>
            </a:extLst>
          </p:cNvPr>
          <p:cNvSpPr>
            <a:spLocks xmlns:a="http://schemas.openxmlformats.org/drawingml/2006/main" noGrp="1"/>
          </p:cNvSpPr>
          <p:nvPr/>
        </p:nvSpPr>
        <p:spPr>
          <a:xfrm xmlns:a="http://schemas.openxmlformats.org/drawingml/2006/main">
            <a:off x="8763000" y="4924425"/>
            <a:ext cx="15430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050" b="1">
                <a:solidFill>
                  <a:srgbClr val="F5EFE3"/>
                </a:solidFill>
                <a:latin typeface="Aptos"/>
                <a:ea typeface="Aptos"/>
                <a:cs typeface="Aptos"/>
              </a:defRPr>
            </a:pPr>
            <a:r>
              <a:rPr sz="1050" b="1">
                <a:solidFill>
                  <a:srgbClr val="F5EFE3"/>
                </a:solidFill>
                <a:latin typeface="Aptos"/>
                <a:ea typeface="Aptos"/>
                <a:cs typeface="Aptos"/>
              </a:rPr>
              <a:t>Dispatch + audit log</a:t>
            </a:r>
          </a:p>
        </p:txBody>
      </p:sp>
      <p:sp>
        <p:nvSpPr>
          <p:cNvPr id="56" name="">
            <a:extLst xmlns:a="http://schemas.openxmlformats.org/drawingml/2006/main">
              <a:ext uri="{FF2B5EF4-FFF2-40B4-BE49-F238E27FC236}">
                <a16:creationId xmlns:a16="http://schemas.microsoft.com/office/drawing/2014/main" id="{49A96C47-8C07-4648-8D7E-BD0541949BA4}"/>
              </a:ext>
            </a:extLst>
          </p:cNvPr>
          <p:cNvSpPr>
            <a:spLocks xmlns:a="http://schemas.openxmlformats.org/drawingml/2006/main" noGrp="1"/>
          </p:cNvSpPr>
          <p:nvPr/>
        </p:nvSpPr>
        <p:spPr>
          <a:xfrm xmlns:a="http://schemas.openxmlformats.org/drawingml/2006/main">
            <a:off x="2533650" y="3057525"/>
            <a:ext cx="1200150" cy="1104900"/>
          </a:xfrm>
          <a:prstGeom xmlns:a="http://schemas.openxmlformats.org/drawingml/2006/main" prst="line">
            <a:avLst/>
          </a:prstGeom>
          <a:noFill xmlns:a="http://schemas.openxmlformats.org/drawingml/2006/main"/>
        </p:spPr>
      </p:sp>
      <p:sp>
        <p:nvSpPr>
          <p:cNvPr id="57" name="">
            <a:extLst xmlns:a="http://schemas.openxmlformats.org/drawingml/2006/main">
              <a:ext uri="{FF2B5EF4-FFF2-40B4-BE49-F238E27FC236}">
                <a16:creationId xmlns:a16="http://schemas.microsoft.com/office/drawing/2014/main" id="{06FE7ACB-1A7E-469F-81E6-738EC4DCC03F}"/>
              </a:ext>
            </a:extLst>
          </p:cNvPr>
          <p:cNvSpPr>
            <a:spLocks xmlns:a="http://schemas.openxmlformats.org/drawingml/2006/main" noGrp="1"/>
          </p:cNvSpPr>
          <p:nvPr/>
        </p:nvSpPr>
        <p:spPr>
          <a:xfrm xmlns:a="http://schemas.openxmlformats.org/drawingml/2006/main">
            <a:off x="2533650" y="4010025"/>
            <a:ext cx="1200150" cy="152400"/>
          </a:xfrm>
          <a:prstGeom xmlns:a="http://schemas.openxmlformats.org/drawingml/2006/main" prst="line">
            <a:avLst/>
          </a:prstGeom>
          <a:noFill xmlns:a="http://schemas.openxmlformats.org/drawingml/2006/main"/>
        </p:spPr>
      </p:sp>
      <p:sp>
        <p:nvSpPr>
          <p:cNvPr id="58" name="">
            <a:extLst xmlns:a="http://schemas.openxmlformats.org/drawingml/2006/main">
              <a:ext uri="{FF2B5EF4-FFF2-40B4-BE49-F238E27FC236}">
                <a16:creationId xmlns:a16="http://schemas.microsoft.com/office/drawing/2014/main" id="{947D304C-591E-4FF1-A021-39E5C96D70D1}"/>
              </a:ext>
            </a:extLst>
          </p:cNvPr>
          <p:cNvSpPr>
            <a:spLocks xmlns:a="http://schemas.openxmlformats.org/drawingml/2006/main" noGrp="1"/>
          </p:cNvSpPr>
          <p:nvPr/>
        </p:nvSpPr>
        <p:spPr>
          <a:xfrm xmlns:a="http://schemas.openxmlformats.org/drawingml/2006/main">
            <a:off x="2533650" y="4962525"/>
            <a:ext cx="1200150" cy="-800100"/>
          </a:xfrm>
          <a:prstGeom xmlns:a="http://schemas.openxmlformats.org/drawingml/2006/main" prst="line">
            <a:avLst/>
          </a:prstGeom>
          <a:noFill xmlns:a="http://schemas.openxmlformats.org/drawingml/2006/main"/>
        </p:spPr>
      </p:sp>
      <p:sp>
        <p:nvSpPr>
          <p:cNvPr id="59" name="">
            <a:extLst xmlns:a="http://schemas.openxmlformats.org/drawingml/2006/main">
              <a:ext uri="{FF2B5EF4-FFF2-40B4-BE49-F238E27FC236}">
                <a16:creationId xmlns:a16="http://schemas.microsoft.com/office/drawing/2014/main" id="{F3F35339-45A1-4819-B808-AD5D9C0AE0AF}"/>
              </a:ext>
            </a:extLst>
          </p:cNvPr>
          <p:cNvSpPr>
            <a:spLocks xmlns:a="http://schemas.openxmlformats.org/drawingml/2006/main" noGrp="1"/>
          </p:cNvSpPr>
          <p:nvPr/>
        </p:nvSpPr>
        <p:spPr>
          <a:xfrm xmlns:a="http://schemas.openxmlformats.org/drawingml/2006/main">
            <a:off x="2533650" y="5915025"/>
            <a:ext cx="1200150" cy="-1752600"/>
          </a:xfrm>
          <a:prstGeom xmlns:a="http://schemas.openxmlformats.org/drawingml/2006/main" prst="line">
            <a:avLst/>
          </a:prstGeom>
          <a:noFill xmlns:a="http://schemas.openxmlformats.org/drawingml/2006/main"/>
        </p:spPr>
      </p:sp>
      <p:sp>
        <p:nvSpPr>
          <p:cNvPr id="60" name="">
            <a:extLst xmlns:a="http://schemas.openxmlformats.org/drawingml/2006/main">
              <a:ext uri="{FF2B5EF4-FFF2-40B4-BE49-F238E27FC236}">
                <a16:creationId xmlns:a16="http://schemas.microsoft.com/office/drawing/2014/main" id="{485274CE-46DD-48CE-946A-AEC9552FA15C}"/>
              </a:ext>
            </a:extLst>
          </p:cNvPr>
          <p:cNvSpPr>
            <a:spLocks xmlns:a="http://schemas.openxmlformats.org/drawingml/2006/main" noGrp="1"/>
          </p:cNvSpPr>
          <p:nvPr/>
        </p:nvSpPr>
        <p:spPr>
          <a:xfrm xmlns:a="http://schemas.openxmlformats.org/drawingml/2006/main">
            <a:off x="5543550" y="4162425"/>
            <a:ext cx="476250" cy="0"/>
          </a:xfrm>
          <a:prstGeom xmlns:a="http://schemas.openxmlformats.org/drawingml/2006/main" prst="line">
            <a:avLst/>
          </a:prstGeom>
          <a:noFill xmlns:a="http://schemas.openxmlformats.org/drawingml/2006/main"/>
        </p:spPr>
      </p:sp>
      <p:sp>
        <p:nvSpPr>
          <p:cNvPr id="61" name="">
            <a:extLst xmlns:a="http://schemas.openxmlformats.org/drawingml/2006/main">
              <a:ext uri="{FF2B5EF4-FFF2-40B4-BE49-F238E27FC236}">
                <a16:creationId xmlns:a16="http://schemas.microsoft.com/office/drawing/2014/main" id="{EAAC8F25-F5E6-4B4C-8F19-AFE42FEB6CB0}"/>
              </a:ext>
            </a:extLst>
          </p:cNvPr>
          <p:cNvSpPr>
            <a:spLocks xmlns:a="http://schemas.openxmlformats.org/drawingml/2006/main" noGrp="1"/>
          </p:cNvSpPr>
          <p:nvPr/>
        </p:nvSpPr>
        <p:spPr>
          <a:xfrm xmlns:a="http://schemas.openxmlformats.org/drawingml/2006/main">
            <a:off x="7829550" y="4162425"/>
            <a:ext cx="800100" cy="-552450"/>
          </a:xfrm>
          <a:prstGeom xmlns:a="http://schemas.openxmlformats.org/drawingml/2006/main" prst="line">
            <a:avLst/>
          </a:prstGeom>
          <a:noFill xmlns:a="http://schemas.openxmlformats.org/drawingml/2006/main"/>
        </p:spPr>
      </p:sp>
      <p:sp>
        <p:nvSpPr>
          <p:cNvPr id="62" name="">
            <a:extLst xmlns:a="http://schemas.openxmlformats.org/drawingml/2006/main">
              <a:ext uri="{FF2B5EF4-FFF2-40B4-BE49-F238E27FC236}">
                <a16:creationId xmlns:a16="http://schemas.microsoft.com/office/drawing/2014/main" id="{5911CB07-443E-4832-AEC2-EEE8C471456C}"/>
              </a:ext>
            </a:extLst>
          </p:cNvPr>
          <p:cNvSpPr>
            <a:spLocks xmlns:a="http://schemas.openxmlformats.org/drawingml/2006/main" noGrp="1"/>
          </p:cNvSpPr>
          <p:nvPr/>
        </p:nvSpPr>
        <p:spPr>
          <a:xfrm xmlns:a="http://schemas.openxmlformats.org/drawingml/2006/main">
            <a:off x="7829550" y="4162425"/>
            <a:ext cx="800100" cy="857250"/>
          </a:xfrm>
          <a:prstGeom xmlns:a="http://schemas.openxmlformats.org/drawingml/2006/main" prst="line">
            <a:avLst/>
          </a:prstGeom>
          <a:noFill xmlns:a="http://schemas.openxmlformats.org/drawingml/2006/main"/>
        </p:spPr>
      </p:sp>
      <p:sp>
        <p:nvSpPr>
          <p:cNvPr id="63" name="">
            <a:extLst xmlns:a="http://schemas.openxmlformats.org/drawingml/2006/main">
              <a:ext uri="{FF2B5EF4-FFF2-40B4-BE49-F238E27FC236}">
                <a16:creationId xmlns:a16="http://schemas.microsoft.com/office/drawing/2014/main" id="{09EAD068-559D-4FE6-AC30-F9862DEC766A}"/>
              </a:ext>
            </a:extLst>
          </p:cNvPr>
          <p:cNvSpPr>
            <a:spLocks xmlns:a="http://schemas.openxmlformats.org/drawingml/2006/main" noGrp="1"/>
          </p:cNvSpPr>
          <p:nvPr/>
        </p:nvSpPr>
        <p:spPr>
          <a:xfrm xmlns:a="http://schemas.openxmlformats.org/drawingml/2006/main">
            <a:off x="3733800" y="5219700"/>
            <a:ext cx="4343400" cy="514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275" b="0">
                <a:solidFill>
                  <a:srgbClr val="A8A195"/>
                </a:solidFill>
                <a:latin typeface="Aptos"/>
                <a:ea typeface="Aptos"/>
                <a:cs typeface="Aptos"/>
              </a:defRPr>
            </a:pPr>
            <a:r>
              <a:rPr sz="1275" b="0">
                <a:solidFill>
                  <a:srgbClr val="A8A195"/>
                </a:solidFill>
                <a:latin typeface="Aptos"/>
                <a:ea typeface="Aptos"/>
                <a:cs typeface="Aptos"/>
              </a:rPr>
              <a:t>Human-in-the-loop AI summarizes risk and recommends actions. Final dispatch remains with authorized officers.</a:t>
            </a:r>
          </a:p>
        </p:txBody>
      </p:sp>
    </p:spTree>
    <p:extLst>
      <p:ext uri="{BB962C8B-B14F-4D97-AF65-F5344CB8AC3E}">
        <p14:creationId xmlns:p14="http://schemas.microsoft.com/office/powerpoint/2010/main" val="1607983638"/>
      </p:ext>
    </p:extLst>
  </p:cSld>
</p:sld>
</file>

<file path=ppt/slides/slide5.xml><?xml version="1.0" encoding="utf-8"?>
<p:sld xmlns:p="http://schemas.openxmlformats.org/presentationml/2006/main">
  <p:cSld>
    <p:bg>
      <p:bgPr>
        <a:solidFill xmlns:a="http://schemas.openxmlformats.org/drawingml/2006/main">
          <a:srgbClr val="101214"/>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EC29C1-B493-4FF0-BF04-961EE5A8D9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214"/>
          </a:solidFill>
        </p:spPr>
      </p:sp>
      <p:sp>
        <p:nvSpPr>
          <p:cNvPr id="2" name="">
            <a:extLst xmlns:a="http://schemas.openxmlformats.org/drawingml/2006/main">
              <a:ext uri="{FF2B5EF4-FFF2-40B4-BE49-F238E27FC236}">
                <a16:creationId xmlns:a16="http://schemas.microsoft.com/office/drawing/2014/main" id="{400463AF-3CA4-451F-8BCC-7001E3145712}"/>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p:spPr>
      </p:sp>
      <p:sp>
        <p:nvSpPr>
          <p:cNvPr id="3" name="">
            <a:extLst xmlns:a="http://schemas.openxmlformats.org/drawingml/2006/main">
              <a:ext uri="{FF2B5EF4-FFF2-40B4-BE49-F238E27FC236}">
                <a16:creationId xmlns:a16="http://schemas.microsoft.com/office/drawing/2014/main" id="{4B6AB84B-B106-4DEF-9F1E-58E564691B2D}"/>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p:spPr>
      </p:sp>
      <p:sp>
        <p:nvSpPr>
          <p:cNvPr id="4" name="">
            <a:extLst xmlns:a="http://schemas.openxmlformats.org/drawingml/2006/main">
              <a:ext uri="{FF2B5EF4-FFF2-40B4-BE49-F238E27FC236}">
                <a16:creationId xmlns:a16="http://schemas.microsoft.com/office/drawing/2014/main" id="{294AA36E-8FB7-4755-A8BD-EBB6C5B03BC7}"/>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p:spPr>
      </p:sp>
      <p:sp>
        <p:nvSpPr>
          <p:cNvPr id="5" name="">
            <a:extLst xmlns:a="http://schemas.openxmlformats.org/drawingml/2006/main">
              <a:ext uri="{FF2B5EF4-FFF2-40B4-BE49-F238E27FC236}">
                <a16:creationId xmlns:a16="http://schemas.microsoft.com/office/drawing/2014/main" id="{668CB89F-0636-4FA0-8818-70F85516D623}"/>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p:spPr>
      </p:sp>
      <p:sp>
        <p:nvSpPr>
          <p:cNvPr id="6" name="">
            <a:extLst xmlns:a="http://schemas.openxmlformats.org/drawingml/2006/main">
              <a:ext uri="{FF2B5EF4-FFF2-40B4-BE49-F238E27FC236}">
                <a16:creationId xmlns:a16="http://schemas.microsoft.com/office/drawing/2014/main" id="{8C89667F-4140-4843-864D-063B87366942}"/>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p:spPr>
      </p:sp>
      <p:sp>
        <p:nvSpPr>
          <p:cNvPr id="7" name="">
            <a:extLst xmlns:a="http://schemas.openxmlformats.org/drawingml/2006/main">
              <a:ext uri="{FF2B5EF4-FFF2-40B4-BE49-F238E27FC236}">
                <a16:creationId xmlns:a16="http://schemas.microsoft.com/office/drawing/2014/main" id="{A9CA3AFF-6A14-4D08-8386-DA978D7E052A}"/>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p:spPr>
      </p:sp>
      <p:sp>
        <p:nvSpPr>
          <p:cNvPr id="8" name="">
            <a:extLst xmlns:a="http://schemas.openxmlformats.org/drawingml/2006/main">
              <a:ext uri="{FF2B5EF4-FFF2-40B4-BE49-F238E27FC236}">
                <a16:creationId xmlns:a16="http://schemas.microsoft.com/office/drawing/2014/main" id="{34BCAB15-5B81-4892-893F-4C5A00F9120E}"/>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p:spPr>
      </p:sp>
      <p:sp>
        <p:nvSpPr>
          <p:cNvPr id="9" name="">
            <a:extLst xmlns:a="http://schemas.openxmlformats.org/drawingml/2006/main">
              <a:ext uri="{FF2B5EF4-FFF2-40B4-BE49-F238E27FC236}">
                <a16:creationId xmlns:a16="http://schemas.microsoft.com/office/drawing/2014/main" id="{22C728DC-5852-412A-B0C0-74AA4CAF8556}"/>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p:spPr>
      </p:sp>
      <p:sp>
        <p:nvSpPr>
          <p:cNvPr id="10" name="">
            <a:extLst xmlns:a="http://schemas.openxmlformats.org/drawingml/2006/main">
              <a:ext uri="{FF2B5EF4-FFF2-40B4-BE49-F238E27FC236}">
                <a16:creationId xmlns:a16="http://schemas.microsoft.com/office/drawing/2014/main" id="{031A4798-2D28-4433-960D-25A8C85CAB9F}"/>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p:spPr>
      </p:sp>
      <p:sp>
        <p:nvSpPr>
          <p:cNvPr id="11" name="">
            <a:extLst xmlns:a="http://schemas.openxmlformats.org/drawingml/2006/main">
              <a:ext uri="{FF2B5EF4-FFF2-40B4-BE49-F238E27FC236}">
                <a16:creationId xmlns:a16="http://schemas.microsoft.com/office/drawing/2014/main" id="{83ED37CA-E878-457E-83D5-DE76DBEDE9FF}"/>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p:spPr>
      </p:sp>
      <p:sp>
        <p:nvSpPr>
          <p:cNvPr id="12" name="">
            <a:extLst xmlns:a="http://schemas.openxmlformats.org/drawingml/2006/main">
              <a:ext uri="{FF2B5EF4-FFF2-40B4-BE49-F238E27FC236}">
                <a16:creationId xmlns:a16="http://schemas.microsoft.com/office/drawing/2014/main" id="{E0D824EC-020D-4293-BA7B-8FB4B83DCD49}"/>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p:spPr>
      </p:sp>
      <p:sp>
        <p:nvSpPr>
          <p:cNvPr id="13" name="">
            <a:extLst xmlns:a="http://schemas.openxmlformats.org/drawingml/2006/main">
              <a:ext uri="{FF2B5EF4-FFF2-40B4-BE49-F238E27FC236}">
                <a16:creationId xmlns:a16="http://schemas.microsoft.com/office/drawing/2014/main" id="{0FDB8EBF-8E41-4404-BDD2-AE32249D3AE9}"/>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p:spPr>
      </p:sp>
      <p:sp>
        <p:nvSpPr>
          <p:cNvPr id="14" name="">
            <a:extLst xmlns:a="http://schemas.openxmlformats.org/drawingml/2006/main">
              <a:ext uri="{FF2B5EF4-FFF2-40B4-BE49-F238E27FC236}">
                <a16:creationId xmlns:a16="http://schemas.microsoft.com/office/drawing/2014/main" id="{077D6B99-E7F4-4417-B8EE-0C64286011EF}"/>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p:spPr>
      </p:sp>
      <p:sp>
        <p:nvSpPr>
          <p:cNvPr id="15" name="">
            <a:extLst xmlns:a="http://schemas.openxmlformats.org/drawingml/2006/main">
              <a:ext uri="{FF2B5EF4-FFF2-40B4-BE49-F238E27FC236}">
                <a16:creationId xmlns:a16="http://schemas.microsoft.com/office/drawing/2014/main" id="{FD89180D-314E-4D40-B6CC-DD7EBA824651}"/>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p:spPr>
      </p:sp>
      <p:sp>
        <p:nvSpPr>
          <p:cNvPr id="16" name="">
            <a:extLst xmlns:a="http://schemas.openxmlformats.org/drawingml/2006/main">
              <a:ext uri="{FF2B5EF4-FFF2-40B4-BE49-F238E27FC236}">
                <a16:creationId xmlns:a16="http://schemas.microsoft.com/office/drawing/2014/main" id="{1BBA077D-024E-4D9A-AC3F-8E7929BFEA66}"/>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p:spPr>
      </p:sp>
      <p:sp>
        <p:nvSpPr>
          <p:cNvPr id="17" name="">
            <a:extLst xmlns:a="http://schemas.openxmlformats.org/drawingml/2006/main">
              <a:ext uri="{FF2B5EF4-FFF2-40B4-BE49-F238E27FC236}">
                <a16:creationId xmlns:a16="http://schemas.microsoft.com/office/drawing/2014/main" id="{DB8C5798-4A02-4D65-9652-B8FF2B1D67D1}"/>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p:spPr>
      </p:sp>
      <p:sp>
        <p:nvSpPr>
          <p:cNvPr id="18" name="">
            <a:extLst xmlns:a="http://schemas.openxmlformats.org/drawingml/2006/main">
              <a:ext uri="{FF2B5EF4-FFF2-40B4-BE49-F238E27FC236}">
                <a16:creationId xmlns:a16="http://schemas.microsoft.com/office/drawing/2014/main" id="{71FCC946-662C-4B35-BB7B-99866D7695C1}"/>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p:spPr>
      </p:sp>
      <p:sp>
        <p:nvSpPr>
          <p:cNvPr id="19" name="">
            <a:extLst xmlns:a="http://schemas.openxmlformats.org/drawingml/2006/main">
              <a:ext uri="{FF2B5EF4-FFF2-40B4-BE49-F238E27FC236}">
                <a16:creationId xmlns:a16="http://schemas.microsoft.com/office/drawing/2014/main" id="{D9C8107A-4C9E-411F-A8D5-6AA236156C33}"/>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p:spPr>
      </p:sp>
      <p:sp>
        <p:nvSpPr>
          <p:cNvPr id="20" name="">
            <a:extLst xmlns:a="http://schemas.openxmlformats.org/drawingml/2006/main">
              <a:ext uri="{FF2B5EF4-FFF2-40B4-BE49-F238E27FC236}">
                <a16:creationId xmlns:a16="http://schemas.microsoft.com/office/drawing/2014/main" id="{82302F6D-3E02-4590-B3D6-946A95425F97}"/>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p:spPr>
      </p:sp>
      <p:sp>
        <p:nvSpPr>
          <p:cNvPr id="21" name="">
            <a:extLst xmlns:a="http://schemas.openxmlformats.org/drawingml/2006/main">
              <a:ext uri="{FF2B5EF4-FFF2-40B4-BE49-F238E27FC236}">
                <a16:creationId xmlns:a16="http://schemas.microsoft.com/office/drawing/2014/main" id="{9F9BC13E-0335-4F34-A9AD-DA55446F631B}"/>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p:spPr>
      </p:sp>
      <p:sp>
        <p:nvSpPr>
          <p:cNvPr id="22" name="">
            <a:extLst xmlns:a="http://schemas.openxmlformats.org/drawingml/2006/main">
              <a:ext uri="{FF2B5EF4-FFF2-40B4-BE49-F238E27FC236}">
                <a16:creationId xmlns:a16="http://schemas.microsoft.com/office/drawing/2014/main" id="{4773DCE6-3BEC-487A-9C96-D03F8007CAEF}"/>
              </a:ext>
            </a:extLst>
          </p:cNvPr>
          <p:cNvSpPr>
            <a:spLocks xmlns:a="http://schemas.openxmlformats.org/drawingml/2006/main" noGrp="1"/>
          </p:cNvSpPr>
          <p:nvPr/>
        </p:nvSpPr>
        <p:spPr>
          <a:xfrm xmlns:a="http://schemas.openxmlformats.org/drawingml/2006/main">
            <a:off x="12192000" y="0"/>
            <a:ext cx="0" cy="6858000"/>
          </a:xfrm>
          <a:prstGeom xmlns:a="http://schemas.openxmlformats.org/drawingml/2006/main" prst="line">
            <a:avLst/>
          </a:prstGeom>
          <a:noFill xmlns:a="http://schemas.openxmlformats.org/drawingml/2006/main"/>
        </p:spPr>
      </p:sp>
      <p:sp>
        <p:nvSpPr>
          <p:cNvPr id="23" name="">
            <a:extLst xmlns:a="http://schemas.openxmlformats.org/drawingml/2006/main">
              <a:ext uri="{FF2B5EF4-FFF2-40B4-BE49-F238E27FC236}">
                <a16:creationId xmlns:a16="http://schemas.microsoft.com/office/drawing/2014/main" id="{306022D1-20E3-476E-8EB4-C8630F9FFC2C}"/>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p:spPr>
      </p:sp>
      <p:sp>
        <p:nvSpPr>
          <p:cNvPr id="24" name="">
            <a:extLst xmlns:a="http://schemas.openxmlformats.org/drawingml/2006/main">
              <a:ext uri="{FF2B5EF4-FFF2-40B4-BE49-F238E27FC236}">
                <a16:creationId xmlns:a16="http://schemas.microsoft.com/office/drawing/2014/main" id="{F0611A6E-9AB1-44FB-9016-B0CBA38F0DB2}"/>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p:spPr>
      </p:sp>
      <p:sp>
        <p:nvSpPr>
          <p:cNvPr id="25" name="">
            <a:extLst xmlns:a="http://schemas.openxmlformats.org/drawingml/2006/main">
              <a:ext uri="{FF2B5EF4-FFF2-40B4-BE49-F238E27FC236}">
                <a16:creationId xmlns:a16="http://schemas.microsoft.com/office/drawing/2014/main" id="{3C133298-6BA6-432A-9783-6ECFFCAB6D81}"/>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p:spPr>
      </p:sp>
      <p:sp>
        <p:nvSpPr>
          <p:cNvPr id="26" name="">
            <a:extLst xmlns:a="http://schemas.openxmlformats.org/drawingml/2006/main">
              <a:ext uri="{FF2B5EF4-FFF2-40B4-BE49-F238E27FC236}">
                <a16:creationId xmlns:a16="http://schemas.microsoft.com/office/drawing/2014/main" id="{01D5A04C-3C7C-420A-BA3F-CC3FAE44B454}"/>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p:spPr>
      </p:sp>
      <p:sp>
        <p:nvSpPr>
          <p:cNvPr id="27" name="">
            <a:extLst xmlns:a="http://schemas.openxmlformats.org/drawingml/2006/main">
              <a:ext uri="{FF2B5EF4-FFF2-40B4-BE49-F238E27FC236}">
                <a16:creationId xmlns:a16="http://schemas.microsoft.com/office/drawing/2014/main" id="{D54E4680-FC19-44C3-B258-3CE445F9EA47}"/>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p:spPr>
      </p:sp>
      <p:sp>
        <p:nvSpPr>
          <p:cNvPr id="28" name="">
            <a:extLst xmlns:a="http://schemas.openxmlformats.org/drawingml/2006/main">
              <a:ext uri="{FF2B5EF4-FFF2-40B4-BE49-F238E27FC236}">
                <a16:creationId xmlns:a16="http://schemas.microsoft.com/office/drawing/2014/main" id="{D2142BE5-9EF3-41B3-B50D-1D7482BBF87B}"/>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p:spPr>
      </p:sp>
      <p:sp>
        <p:nvSpPr>
          <p:cNvPr id="29" name="">
            <a:extLst xmlns:a="http://schemas.openxmlformats.org/drawingml/2006/main">
              <a:ext uri="{FF2B5EF4-FFF2-40B4-BE49-F238E27FC236}">
                <a16:creationId xmlns:a16="http://schemas.microsoft.com/office/drawing/2014/main" id="{994686E9-464D-48B5-AE44-DA845F1AA59C}"/>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p:spPr>
      </p:sp>
      <p:sp>
        <p:nvSpPr>
          <p:cNvPr id="30" name="">
            <a:extLst xmlns:a="http://schemas.openxmlformats.org/drawingml/2006/main">
              <a:ext uri="{FF2B5EF4-FFF2-40B4-BE49-F238E27FC236}">
                <a16:creationId xmlns:a16="http://schemas.microsoft.com/office/drawing/2014/main" id="{D8381773-4312-4EC1-A1DD-F601B84BAE70}"/>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p:spPr>
      </p:sp>
      <p:sp>
        <p:nvSpPr>
          <p:cNvPr id="31" name="">
            <a:extLst xmlns:a="http://schemas.openxmlformats.org/drawingml/2006/main">
              <a:ext uri="{FF2B5EF4-FFF2-40B4-BE49-F238E27FC236}">
                <a16:creationId xmlns:a16="http://schemas.microsoft.com/office/drawing/2014/main" id="{04336170-BC1E-4EE4-AF13-E874CD228B45}"/>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p:spPr>
      </p:sp>
      <p:sp>
        <p:nvSpPr>
          <p:cNvPr id="32" name="">
            <a:extLst xmlns:a="http://schemas.openxmlformats.org/drawingml/2006/main">
              <a:ext uri="{FF2B5EF4-FFF2-40B4-BE49-F238E27FC236}">
                <a16:creationId xmlns:a16="http://schemas.microsoft.com/office/drawing/2014/main" id="{8D14018E-C82D-42C0-93F7-29C1C5B090E6}"/>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p:spPr>
      </p:sp>
      <p:sp>
        <p:nvSpPr>
          <p:cNvPr id="33" name="">
            <a:extLst xmlns:a="http://schemas.openxmlformats.org/drawingml/2006/main">
              <a:ext uri="{FF2B5EF4-FFF2-40B4-BE49-F238E27FC236}">
                <a16:creationId xmlns:a16="http://schemas.microsoft.com/office/drawing/2014/main" id="{47CF7C2F-9259-4B47-A2A9-B65D10809F40}"/>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p:spPr>
      </p:sp>
      <p:sp>
        <p:nvSpPr>
          <p:cNvPr id="34" name="">
            <a:extLst xmlns:a="http://schemas.openxmlformats.org/drawingml/2006/main">
              <a:ext uri="{FF2B5EF4-FFF2-40B4-BE49-F238E27FC236}">
                <a16:creationId xmlns:a16="http://schemas.microsoft.com/office/drawing/2014/main" id="{64597C57-207A-49EE-82A8-3A4F649954B9}"/>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p:spPr>
      </p:sp>
      <p:sp>
        <p:nvSpPr>
          <p:cNvPr id="35" name="">
            <a:extLst xmlns:a="http://schemas.openxmlformats.org/drawingml/2006/main">
              <a:ext uri="{FF2B5EF4-FFF2-40B4-BE49-F238E27FC236}">
                <a16:creationId xmlns:a16="http://schemas.microsoft.com/office/drawing/2014/main" id="{548FA817-61CD-49AF-8D9C-2C8C6FE6E419}"/>
              </a:ext>
            </a:extLst>
          </p:cNvPr>
          <p:cNvSpPr>
            <a:spLocks xmlns:a="http://schemas.openxmlformats.org/drawingml/2006/main" noGrp="1"/>
          </p:cNvSpPr>
          <p:nvPr/>
        </p:nvSpPr>
        <p:spPr>
          <a:xfrm xmlns:a="http://schemas.openxmlformats.org/drawingml/2006/main">
            <a:off x="685800" y="381000"/>
            <a:ext cx="3429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6AA6B8"/>
                </a:solidFill>
                <a:latin typeface="Aptos"/>
                <a:ea typeface="Aptos"/>
                <a:cs typeface="Aptos"/>
              </a:defRPr>
            </a:pPr>
            <a:r>
              <a:rPr sz="900" b="1">
                <a:solidFill>
                  <a:srgbClr val="6AA6B8"/>
                </a:solidFill>
                <a:latin typeface="Aptos"/>
                <a:ea typeface="Aptos"/>
                <a:cs typeface="Aptos"/>
              </a:rPr>
              <a:t>SANGAM SETU / MAHAKUMBH 2028</a:t>
            </a:r>
          </a:p>
        </p:txBody>
      </p:sp>
      <p:sp>
        <p:nvSpPr>
          <p:cNvPr id="36" name="">
            <a:extLst xmlns:a="http://schemas.openxmlformats.org/drawingml/2006/main">
              <a:ext uri="{FF2B5EF4-FFF2-40B4-BE49-F238E27FC236}">
                <a16:creationId xmlns:a16="http://schemas.microsoft.com/office/drawing/2014/main" id="{A7C7BB78-557E-4B51-A462-723398561190}"/>
              </a:ext>
            </a:extLst>
          </p:cNvPr>
          <p:cNvSpPr>
            <a:spLocks xmlns:a="http://schemas.openxmlformats.org/drawingml/2006/main" noGrp="1"/>
          </p:cNvSpPr>
          <p:nvPr/>
        </p:nvSpPr>
        <p:spPr>
          <a:xfrm xmlns:a="http://schemas.openxmlformats.org/drawingml/2006/main">
            <a:off x="11315700" y="381000"/>
            <a:ext cx="571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r">
              <a:defRPr sz="900" b="0">
                <a:solidFill>
                  <a:srgbClr val="A8A195"/>
                </a:solidFill>
                <a:latin typeface="Aptos"/>
                <a:ea typeface="Aptos"/>
                <a:cs typeface="Aptos"/>
              </a:defRPr>
            </a:pPr>
            <a:r>
              <a:rPr sz="900" b="0">
                <a:solidFill>
                  <a:srgbClr val="A8A195"/>
                </a:solidFill>
                <a:latin typeface="Aptos"/>
                <a:ea typeface="Aptos"/>
                <a:cs typeface="Aptos"/>
              </a:rPr>
              <a:t>05</a:t>
            </a:r>
          </a:p>
        </p:txBody>
      </p:sp>
      <p:sp>
        <p:nvSpPr>
          <p:cNvPr id="37" name="">
            <a:extLst xmlns:a="http://schemas.openxmlformats.org/drawingml/2006/main">
              <a:ext uri="{FF2B5EF4-FFF2-40B4-BE49-F238E27FC236}">
                <a16:creationId xmlns:a16="http://schemas.microsoft.com/office/drawing/2014/main" id="{383F2796-57E1-4BB8-BA1C-6A55E9714FA0}"/>
              </a:ext>
            </a:extLst>
          </p:cNvPr>
          <p:cNvSpPr>
            <a:spLocks xmlns:a="http://schemas.openxmlformats.org/drawingml/2006/main" noGrp="1"/>
          </p:cNvSpPr>
          <p:nvPr/>
        </p:nvSpPr>
        <p:spPr>
          <a:xfrm xmlns:a="http://schemas.openxmlformats.org/drawingml/2006/main">
            <a:off x="685800" y="6362700"/>
            <a:ext cx="11201400" cy="0"/>
          </a:xfrm>
          <a:prstGeom xmlns:a="http://schemas.openxmlformats.org/drawingml/2006/main" prst="line">
            <a:avLst/>
          </a:prstGeom>
          <a:noFill xmlns:a="http://schemas.openxmlformats.org/drawingml/2006/main"/>
        </p:spPr>
      </p:sp>
      <p:sp>
        <p:nvSpPr>
          <p:cNvPr id="38" name="">
            <a:extLst xmlns:a="http://schemas.openxmlformats.org/drawingml/2006/main">
              <a:ext uri="{FF2B5EF4-FFF2-40B4-BE49-F238E27FC236}">
                <a16:creationId xmlns:a16="http://schemas.microsoft.com/office/drawing/2014/main" id="{E2866C40-01D1-4B75-A50B-9C82A989BAA6}"/>
              </a:ext>
            </a:extLst>
          </p:cNvPr>
          <p:cNvSpPr>
            <a:spLocks xmlns:a="http://schemas.openxmlformats.org/drawingml/2006/main" noGrp="1"/>
          </p:cNvSpPr>
          <p:nvPr/>
        </p:nvSpPr>
        <p:spPr>
          <a:xfrm xmlns:a="http://schemas.openxmlformats.org/drawingml/2006/main">
            <a:off x="685800" y="876300"/>
            <a:ext cx="809625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850" b="1">
                <a:solidFill>
                  <a:srgbClr val="F5EFE3"/>
                </a:solidFill>
                <a:latin typeface="Georgia"/>
                <a:ea typeface="Georgia"/>
                <a:cs typeface="Georgia"/>
              </a:defRPr>
            </a:pPr>
            <a:r>
              <a:rPr sz="2850" b="1">
                <a:solidFill>
                  <a:srgbClr val="F5EFE3"/>
                </a:solidFill>
                <a:latin typeface="Georgia"/>
                <a:ea typeface="Georgia"/>
                <a:cs typeface="Georgia"/>
              </a:rPr>
              <a:t>Demo flow for judges: show decisions, not just screens.</a:t>
            </a:r>
          </a:p>
        </p:txBody>
      </p:sp>
      <p:sp>
        <p:nvSpPr>
          <p:cNvPr id="39" name="">
            <a:extLst xmlns:a="http://schemas.openxmlformats.org/drawingml/2006/main">
              <a:ext uri="{FF2B5EF4-FFF2-40B4-BE49-F238E27FC236}">
                <a16:creationId xmlns:a16="http://schemas.microsoft.com/office/drawing/2014/main" id="{35FEBB43-EF68-426E-9A78-EF7F39C6D1CD}"/>
              </a:ext>
            </a:extLst>
          </p:cNvPr>
          <p:cNvSpPr>
            <a:spLocks xmlns:a="http://schemas.openxmlformats.org/drawingml/2006/main" noGrp="1"/>
          </p:cNvSpPr>
          <p:nvPr/>
        </p:nvSpPr>
        <p:spPr>
          <a:xfrm xmlns:a="http://schemas.openxmlformats.org/drawingml/2006/main">
            <a:off x="838200" y="2381250"/>
            <a:ext cx="1638300" cy="1809750"/>
          </a:xfrm>
          <a:prstGeom xmlns:a="http://schemas.openxmlformats.org/drawingml/2006/main" prst="rect">
            <a:avLst/>
          </a:prstGeom>
          <a:solidFill xmlns:a="http://schemas.openxmlformats.org/drawingml/2006/main">
            <a:srgbClr val="EDE6D8">
              <a:alpha val="5500"/>
            </a:srgbClr>
          </a:solidFill>
        </p:spPr>
      </p:sp>
      <p:sp>
        <p:nvSpPr>
          <p:cNvPr id="40" name="">
            <a:extLst xmlns:a="http://schemas.openxmlformats.org/drawingml/2006/main">
              <a:ext uri="{FF2B5EF4-FFF2-40B4-BE49-F238E27FC236}">
                <a16:creationId xmlns:a16="http://schemas.microsoft.com/office/drawing/2014/main" id="{2278CE44-2660-4117-B54F-F0B592768F9B}"/>
              </a:ext>
            </a:extLst>
          </p:cNvPr>
          <p:cNvSpPr>
            <a:spLocks xmlns:a="http://schemas.openxmlformats.org/drawingml/2006/main" noGrp="1"/>
          </p:cNvSpPr>
          <p:nvPr/>
        </p:nvSpPr>
        <p:spPr>
          <a:xfrm xmlns:a="http://schemas.openxmlformats.org/drawingml/2006/main">
            <a:off x="1009650" y="2628900"/>
            <a:ext cx="6667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250" b="1">
                <a:solidFill>
                  <a:srgbClr val="D87A22"/>
                </a:solidFill>
                <a:latin typeface="Georgia"/>
                <a:ea typeface="Georgia"/>
                <a:cs typeface="Georgia"/>
              </a:defRPr>
            </a:pPr>
            <a:r>
              <a:rPr sz="2250" b="1">
                <a:solidFill>
                  <a:srgbClr val="D87A22"/>
                </a:solidFill>
                <a:latin typeface="Georgia"/>
                <a:ea typeface="Georgia"/>
                <a:cs typeface="Georgia"/>
              </a:rPr>
              <a:t>01</a:t>
            </a:r>
          </a:p>
        </p:txBody>
      </p:sp>
      <p:sp>
        <p:nvSpPr>
          <p:cNvPr id="41" name="">
            <a:extLst xmlns:a="http://schemas.openxmlformats.org/drawingml/2006/main">
              <a:ext uri="{FF2B5EF4-FFF2-40B4-BE49-F238E27FC236}">
                <a16:creationId xmlns:a16="http://schemas.microsoft.com/office/drawing/2014/main" id="{3E7659BF-86C9-4C99-A694-B48CAAB8E673}"/>
              </a:ext>
            </a:extLst>
          </p:cNvPr>
          <p:cNvSpPr>
            <a:spLocks xmlns:a="http://schemas.openxmlformats.org/drawingml/2006/main" noGrp="1"/>
          </p:cNvSpPr>
          <p:nvPr/>
        </p:nvSpPr>
        <p:spPr>
          <a:xfrm xmlns:a="http://schemas.openxmlformats.org/drawingml/2006/main">
            <a:off x="1009650" y="3143250"/>
            <a:ext cx="12954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Open overview</a:t>
            </a:r>
          </a:p>
        </p:txBody>
      </p:sp>
      <p:sp>
        <p:nvSpPr>
          <p:cNvPr id="42" name="">
            <a:extLst xmlns:a="http://schemas.openxmlformats.org/drawingml/2006/main">
              <a:ext uri="{FF2B5EF4-FFF2-40B4-BE49-F238E27FC236}">
                <a16:creationId xmlns:a16="http://schemas.microsoft.com/office/drawing/2014/main" id="{D1547D81-CBC9-4CB6-9C51-BD716F43E6D8}"/>
              </a:ext>
            </a:extLst>
          </p:cNvPr>
          <p:cNvSpPr>
            <a:spLocks xmlns:a="http://schemas.openxmlformats.org/drawingml/2006/main" noGrp="1"/>
          </p:cNvSpPr>
          <p:nvPr/>
        </p:nvSpPr>
        <p:spPr>
          <a:xfrm xmlns:a="http://schemas.openxmlformats.org/drawingml/2006/main">
            <a:off x="1009650" y="3543300"/>
            <a:ext cx="1295400"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75" b="0">
                <a:solidFill>
                  <a:srgbClr val="A8A195"/>
                </a:solidFill>
                <a:latin typeface="Aptos"/>
                <a:ea typeface="Aptos"/>
                <a:cs typeface="Aptos"/>
              </a:defRPr>
            </a:pPr>
            <a:r>
              <a:rPr sz="975" b="0">
                <a:solidFill>
                  <a:srgbClr val="A8A195"/>
                </a:solidFill>
                <a:latin typeface="Aptos"/>
                <a:ea typeface="Aptos"/>
                <a:cs typeface="Aptos"/>
              </a:rPr>
              <a:t>Introduce the one-screen operating picture and the four metrics.</a:t>
            </a:r>
          </a:p>
        </p:txBody>
      </p:sp>
      <p:sp>
        <p:nvSpPr>
          <p:cNvPr id="43" name="">
            <a:extLst xmlns:a="http://schemas.openxmlformats.org/drawingml/2006/main">
              <a:ext uri="{FF2B5EF4-FFF2-40B4-BE49-F238E27FC236}">
                <a16:creationId xmlns:a16="http://schemas.microsoft.com/office/drawing/2014/main" id="{C0A69433-B19D-418D-A1EC-247C406F8F7C}"/>
              </a:ext>
            </a:extLst>
          </p:cNvPr>
          <p:cNvSpPr>
            <a:spLocks xmlns:a="http://schemas.openxmlformats.org/drawingml/2006/main" noGrp="1"/>
          </p:cNvSpPr>
          <p:nvPr/>
        </p:nvSpPr>
        <p:spPr>
          <a:xfrm xmlns:a="http://schemas.openxmlformats.org/drawingml/2006/main">
            <a:off x="2990850" y="2381250"/>
            <a:ext cx="1638300" cy="1809750"/>
          </a:xfrm>
          <a:prstGeom xmlns:a="http://schemas.openxmlformats.org/drawingml/2006/main" prst="rect">
            <a:avLst/>
          </a:prstGeom>
          <a:solidFill xmlns:a="http://schemas.openxmlformats.org/drawingml/2006/main">
            <a:srgbClr val="EDE6D8">
              <a:alpha val="5500"/>
            </a:srgbClr>
          </a:solidFill>
        </p:spPr>
      </p:sp>
      <p:sp>
        <p:nvSpPr>
          <p:cNvPr id="44" name="">
            <a:extLst xmlns:a="http://schemas.openxmlformats.org/drawingml/2006/main">
              <a:ext uri="{FF2B5EF4-FFF2-40B4-BE49-F238E27FC236}">
                <a16:creationId xmlns:a16="http://schemas.microsoft.com/office/drawing/2014/main" id="{2A5BA4B5-E79D-4873-8D43-ACFCA152A354}"/>
              </a:ext>
            </a:extLst>
          </p:cNvPr>
          <p:cNvSpPr>
            <a:spLocks xmlns:a="http://schemas.openxmlformats.org/drawingml/2006/main" noGrp="1"/>
          </p:cNvSpPr>
          <p:nvPr/>
        </p:nvSpPr>
        <p:spPr>
          <a:xfrm xmlns:a="http://schemas.openxmlformats.org/drawingml/2006/main">
            <a:off x="3162300" y="2628900"/>
            <a:ext cx="6667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250" b="1">
                <a:solidFill>
                  <a:srgbClr val="D87A22"/>
                </a:solidFill>
                <a:latin typeface="Georgia"/>
                <a:ea typeface="Georgia"/>
                <a:cs typeface="Georgia"/>
              </a:defRPr>
            </a:pPr>
            <a:r>
              <a:rPr sz="2250" b="1">
                <a:solidFill>
                  <a:srgbClr val="D87A22"/>
                </a:solidFill>
                <a:latin typeface="Georgia"/>
                <a:ea typeface="Georgia"/>
                <a:cs typeface="Georgia"/>
              </a:rPr>
              <a:t>02</a:t>
            </a:r>
          </a:p>
        </p:txBody>
      </p:sp>
      <p:sp>
        <p:nvSpPr>
          <p:cNvPr id="45" name="">
            <a:extLst xmlns:a="http://schemas.openxmlformats.org/drawingml/2006/main">
              <a:ext uri="{FF2B5EF4-FFF2-40B4-BE49-F238E27FC236}">
                <a16:creationId xmlns:a16="http://schemas.microsoft.com/office/drawing/2014/main" id="{EDC21E00-470C-47BF-90B0-9CB3CD6BB908}"/>
              </a:ext>
            </a:extLst>
          </p:cNvPr>
          <p:cNvSpPr>
            <a:spLocks xmlns:a="http://schemas.openxmlformats.org/drawingml/2006/main" noGrp="1"/>
          </p:cNvSpPr>
          <p:nvPr/>
        </p:nvSpPr>
        <p:spPr>
          <a:xfrm xmlns:a="http://schemas.openxmlformats.org/drawingml/2006/main">
            <a:off x="3162300" y="3143250"/>
            <a:ext cx="12954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Switch surge scenario</a:t>
            </a:r>
          </a:p>
        </p:txBody>
      </p:sp>
      <p:sp>
        <p:nvSpPr>
          <p:cNvPr id="46" name="">
            <a:extLst xmlns:a="http://schemas.openxmlformats.org/drawingml/2006/main">
              <a:ext uri="{FF2B5EF4-FFF2-40B4-BE49-F238E27FC236}">
                <a16:creationId xmlns:a16="http://schemas.microsoft.com/office/drawing/2014/main" id="{4352B8C5-2A93-4EBB-AF4F-8018583A407F}"/>
              </a:ext>
            </a:extLst>
          </p:cNvPr>
          <p:cNvSpPr>
            <a:spLocks xmlns:a="http://schemas.openxmlformats.org/drawingml/2006/main" noGrp="1"/>
          </p:cNvSpPr>
          <p:nvPr/>
        </p:nvSpPr>
        <p:spPr>
          <a:xfrm xmlns:a="http://schemas.openxmlformats.org/drawingml/2006/main">
            <a:off x="3162300" y="3543300"/>
            <a:ext cx="1295400"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75" b="0">
                <a:solidFill>
                  <a:srgbClr val="A8A195"/>
                </a:solidFill>
                <a:latin typeface="Aptos"/>
                <a:ea typeface="Aptos"/>
                <a:cs typeface="Aptos"/>
              </a:defRPr>
            </a:pPr>
            <a:r>
              <a:rPr sz="975" b="0">
                <a:solidFill>
                  <a:srgbClr val="A8A195"/>
                </a:solidFill>
                <a:latin typeface="Aptos"/>
                <a:ea typeface="Aptos"/>
                <a:cs typeface="Aptos"/>
              </a:rPr>
              <a:t>Royal bath surge changes heatmap, incidents, and AI briefing.</a:t>
            </a:r>
          </a:p>
        </p:txBody>
      </p:sp>
      <p:sp>
        <p:nvSpPr>
          <p:cNvPr id="47" name="">
            <a:extLst xmlns:a="http://schemas.openxmlformats.org/drawingml/2006/main">
              <a:ext uri="{FF2B5EF4-FFF2-40B4-BE49-F238E27FC236}">
                <a16:creationId xmlns:a16="http://schemas.microsoft.com/office/drawing/2014/main" id="{6F184313-2D8D-4302-8E27-D93322A4D197}"/>
              </a:ext>
            </a:extLst>
          </p:cNvPr>
          <p:cNvSpPr>
            <a:spLocks xmlns:a="http://schemas.openxmlformats.org/drawingml/2006/main" noGrp="1"/>
          </p:cNvSpPr>
          <p:nvPr/>
        </p:nvSpPr>
        <p:spPr>
          <a:xfrm xmlns:a="http://schemas.openxmlformats.org/drawingml/2006/main">
            <a:off x="5143500" y="2381250"/>
            <a:ext cx="1638300" cy="1809750"/>
          </a:xfrm>
          <a:prstGeom xmlns:a="http://schemas.openxmlformats.org/drawingml/2006/main" prst="rect">
            <a:avLst/>
          </a:prstGeom>
          <a:solidFill xmlns:a="http://schemas.openxmlformats.org/drawingml/2006/main">
            <a:srgbClr val="EDE6D8">
              <a:alpha val="5500"/>
            </a:srgbClr>
          </a:solidFill>
        </p:spPr>
      </p:sp>
      <p:sp>
        <p:nvSpPr>
          <p:cNvPr id="48" name="">
            <a:extLst xmlns:a="http://schemas.openxmlformats.org/drawingml/2006/main">
              <a:ext uri="{FF2B5EF4-FFF2-40B4-BE49-F238E27FC236}">
                <a16:creationId xmlns:a16="http://schemas.microsoft.com/office/drawing/2014/main" id="{559CCD3D-B236-473E-A2A7-553C122DBAF9}"/>
              </a:ext>
            </a:extLst>
          </p:cNvPr>
          <p:cNvSpPr>
            <a:spLocks xmlns:a="http://schemas.openxmlformats.org/drawingml/2006/main" noGrp="1"/>
          </p:cNvSpPr>
          <p:nvPr/>
        </p:nvSpPr>
        <p:spPr>
          <a:xfrm xmlns:a="http://schemas.openxmlformats.org/drawingml/2006/main">
            <a:off x="5314950" y="2628900"/>
            <a:ext cx="6667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250" b="1">
                <a:solidFill>
                  <a:srgbClr val="D87A22"/>
                </a:solidFill>
                <a:latin typeface="Georgia"/>
                <a:ea typeface="Georgia"/>
                <a:cs typeface="Georgia"/>
              </a:defRPr>
            </a:pPr>
            <a:r>
              <a:rPr sz="2250" b="1">
                <a:solidFill>
                  <a:srgbClr val="D87A22"/>
                </a:solidFill>
                <a:latin typeface="Georgia"/>
                <a:ea typeface="Georgia"/>
                <a:cs typeface="Georgia"/>
              </a:rPr>
              <a:t>03</a:t>
            </a:r>
          </a:p>
        </p:txBody>
      </p:sp>
      <p:sp>
        <p:nvSpPr>
          <p:cNvPr id="49" name="">
            <a:extLst xmlns:a="http://schemas.openxmlformats.org/drawingml/2006/main">
              <a:ext uri="{FF2B5EF4-FFF2-40B4-BE49-F238E27FC236}">
                <a16:creationId xmlns:a16="http://schemas.microsoft.com/office/drawing/2014/main" id="{883982AF-0746-4B45-87FD-110102E19F39}"/>
              </a:ext>
            </a:extLst>
          </p:cNvPr>
          <p:cNvSpPr>
            <a:spLocks xmlns:a="http://schemas.openxmlformats.org/drawingml/2006/main" noGrp="1"/>
          </p:cNvSpPr>
          <p:nvPr/>
        </p:nvSpPr>
        <p:spPr>
          <a:xfrm xmlns:a="http://schemas.openxmlformats.org/drawingml/2006/main">
            <a:off x="5314950" y="3143250"/>
            <a:ext cx="12954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Sort by SLA</a:t>
            </a:r>
          </a:p>
        </p:txBody>
      </p:sp>
      <p:sp>
        <p:nvSpPr>
          <p:cNvPr id="50" name="">
            <a:extLst xmlns:a="http://schemas.openxmlformats.org/drawingml/2006/main">
              <a:ext uri="{FF2B5EF4-FFF2-40B4-BE49-F238E27FC236}">
                <a16:creationId xmlns:a16="http://schemas.microsoft.com/office/drawing/2014/main" id="{1A01F8B3-3F54-4D6D-807F-AE6700518A96}"/>
              </a:ext>
            </a:extLst>
          </p:cNvPr>
          <p:cNvSpPr>
            <a:spLocks xmlns:a="http://schemas.openxmlformats.org/drawingml/2006/main" noGrp="1"/>
          </p:cNvSpPr>
          <p:nvPr/>
        </p:nvSpPr>
        <p:spPr>
          <a:xfrm xmlns:a="http://schemas.openxmlformats.org/drawingml/2006/main">
            <a:off x="5314950" y="3543300"/>
            <a:ext cx="1295400"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75" b="0">
                <a:solidFill>
                  <a:srgbClr val="A8A195"/>
                </a:solidFill>
                <a:latin typeface="Aptos"/>
                <a:ea typeface="Aptos"/>
                <a:cs typeface="Aptos"/>
              </a:defRPr>
            </a:pPr>
            <a:r>
              <a:rPr sz="975" b="0">
                <a:solidFill>
                  <a:srgbClr val="A8A195"/>
                </a:solidFill>
                <a:latin typeface="Aptos"/>
                <a:ea typeface="Aptos"/>
                <a:cs typeface="Aptos"/>
              </a:rPr>
              <a:t>Show how the incident desk prioritizes work during pressure.</a:t>
            </a:r>
          </a:p>
        </p:txBody>
      </p:sp>
      <p:sp>
        <p:nvSpPr>
          <p:cNvPr id="51" name="">
            <a:extLst xmlns:a="http://schemas.openxmlformats.org/drawingml/2006/main">
              <a:ext uri="{FF2B5EF4-FFF2-40B4-BE49-F238E27FC236}">
                <a16:creationId xmlns:a16="http://schemas.microsoft.com/office/drawing/2014/main" id="{8664E579-6F15-4082-921A-502D064FC097}"/>
              </a:ext>
            </a:extLst>
          </p:cNvPr>
          <p:cNvSpPr>
            <a:spLocks xmlns:a="http://schemas.openxmlformats.org/drawingml/2006/main" noGrp="1"/>
          </p:cNvSpPr>
          <p:nvPr/>
        </p:nvSpPr>
        <p:spPr>
          <a:xfrm xmlns:a="http://schemas.openxmlformats.org/drawingml/2006/main">
            <a:off x="7296150" y="2381250"/>
            <a:ext cx="1638300" cy="1809750"/>
          </a:xfrm>
          <a:prstGeom xmlns:a="http://schemas.openxmlformats.org/drawingml/2006/main" prst="rect">
            <a:avLst/>
          </a:prstGeom>
          <a:solidFill xmlns:a="http://schemas.openxmlformats.org/drawingml/2006/main">
            <a:srgbClr val="EDE6D8">
              <a:alpha val="5500"/>
            </a:srgbClr>
          </a:solidFill>
        </p:spPr>
      </p:sp>
      <p:sp>
        <p:nvSpPr>
          <p:cNvPr id="52" name="">
            <a:extLst xmlns:a="http://schemas.openxmlformats.org/drawingml/2006/main">
              <a:ext uri="{FF2B5EF4-FFF2-40B4-BE49-F238E27FC236}">
                <a16:creationId xmlns:a16="http://schemas.microsoft.com/office/drawing/2014/main" id="{99B9C0E4-752A-4274-B5B0-E2D643CB08D0}"/>
              </a:ext>
            </a:extLst>
          </p:cNvPr>
          <p:cNvSpPr>
            <a:spLocks xmlns:a="http://schemas.openxmlformats.org/drawingml/2006/main" noGrp="1"/>
          </p:cNvSpPr>
          <p:nvPr/>
        </p:nvSpPr>
        <p:spPr>
          <a:xfrm xmlns:a="http://schemas.openxmlformats.org/drawingml/2006/main">
            <a:off x="7467600" y="2628900"/>
            <a:ext cx="6667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250" b="1">
                <a:solidFill>
                  <a:srgbClr val="D87A22"/>
                </a:solidFill>
                <a:latin typeface="Georgia"/>
                <a:ea typeface="Georgia"/>
                <a:cs typeface="Georgia"/>
              </a:defRPr>
            </a:pPr>
            <a:r>
              <a:rPr sz="2250" b="1">
                <a:solidFill>
                  <a:srgbClr val="D87A22"/>
                </a:solidFill>
                <a:latin typeface="Georgia"/>
                <a:ea typeface="Georgia"/>
                <a:cs typeface="Georgia"/>
              </a:rPr>
              <a:t>04</a:t>
            </a:r>
          </a:p>
        </p:txBody>
      </p:sp>
      <p:sp>
        <p:nvSpPr>
          <p:cNvPr id="53" name="">
            <a:extLst xmlns:a="http://schemas.openxmlformats.org/drawingml/2006/main">
              <a:ext uri="{FF2B5EF4-FFF2-40B4-BE49-F238E27FC236}">
                <a16:creationId xmlns:a16="http://schemas.microsoft.com/office/drawing/2014/main" id="{41F446F6-0FEF-47ED-A5E3-6CA41589C131}"/>
              </a:ext>
            </a:extLst>
          </p:cNvPr>
          <p:cNvSpPr>
            <a:spLocks xmlns:a="http://schemas.openxmlformats.org/drawingml/2006/main" noGrp="1"/>
          </p:cNvSpPr>
          <p:nvPr/>
        </p:nvSpPr>
        <p:spPr>
          <a:xfrm xmlns:a="http://schemas.openxmlformats.org/drawingml/2006/main">
            <a:off x="7467600" y="3143250"/>
            <a:ext cx="12954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Log field report</a:t>
            </a:r>
          </a:p>
        </p:txBody>
      </p:sp>
      <p:sp>
        <p:nvSpPr>
          <p:cNvPr id="54" name="">
            <a:extLst xmlns:a="http://schemas.openxmlformats.org/drawingml/2006/main">
              <a:ext uri="{FF2B5EF4-FFF2-40B4-BE49-F238E27FC236}">
                <a16:creationId xmlns:a16="http://schemas.microsoft.com/office/drawing/2014/main" id="{D5DD8E76-80DB-4AD5-88E7-D3B7F25AB18C}"/>
              </a:ext>
            </a:extLst>
          </p:cNvPr>
          <p:cNvSpPr>
            <a:spLocks xmlns:a="http://schemas.openxmlformats.org/drawingml/2006/main" noGrp="1"/>
          </p:cNvSpPr>
          <p:nvPr/>
        </p:nvSpPr>
        <p:spPr>
          <a:xfrm xmlns:a="http://schemas.openxmlformats.org/drawingml/2006/main">
            <a:off x="7467600" y="3543300"/>
            <a:ext cx="1295400"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75" b="0">
                <a:solidFill>
                  <a:srgbClr val="A8A195"/>
                </a:solidFill>
                <a:latin typeface="Aptos"/>
                <a:ea typeface="Aptos"/>
                <a:cs typeface="Aptos"/>
              </a:defRPr>
            </a:pPr>
            <a:r>
              <a:rPr sz="975" b="0">
                <a:solidFill>
                  <a:srgbClr val="A8A195"/>
                </a:solidFill>
                <a:latin typeface="Aptos"/>
                <a:ea typeface="Aptos"/>
                <a:cs typeface="Aptos"/>
              </a:rPr>
              <a:t>Add a Gate 7 incident and watch it enter the queue.</a:t>
            </a:r>
          </a:p>
        </p:txBody>
      </p:sp>
      <p:sp>
        <p:nvSpPr>
          <p:cNvPr id="55" name="">
            <a:extLst xmlns:a="http://schemas.openxmlformats.org/drawingml/2006/main">
              <a:ext uri="{FF2B5EF4-FFF2-40B4-BE49-F238E27FC236}">
                <a16:creationId xmlns:a16="http://schemas.microsoft.com/office/drawing/2014/main" id="{ABA8FE02-ABB3-44ED-B403-06A9EFD2D166}"/>
              </a:ext>
            </a:extLst>
          </p:cNvPr>
          <p:cNvSpPr>
            <a:spLocks xmlns:a="http://schemas.openxmlformats.org/drawingml/2006/main" noGrp="1"/>
          </p:cNvSpPr>
          <p:nvPr/>
        </p:nvSpPr>
        <p:spPr>
          <a:xfrm xmlns:a="http://schemas.openxmlformats.org/drawingml/2006/main">
            <a:off x="9448800" y="2381250"/>
            <a:ext cx="1638300" cy="1809750"/>
          </a:xfrm>
          <a:prstGeom xmlns:a="http://schemas.openxmlformats.org/drawingml/2006/main" prst="rect">
            <a:avLst/>
          </a:prstGeom>
          <a:solidFill xmlns:a="http://schemas.openxmlformats.org/drawingml/2006/main">
            <a:srgbClr val="EDE6D8">
              <a:alpha val="5500"/>
            </a:srgbClr>
          </a:solidFill>
        </p:spPr>
      </p:sp>
      <p:sp>
        <p:nvSpPr>
          <p:cNvPr id="56" name="">
            <a:extLst xmlns:a="http://schemas.openxmlformats.org/drawingml/2006/main">
              <a:ext uri="{FF2B5EF4-FFF2-40B4-BE49-F238E27FC236}">
                <a16:creationId xmlns:a16="http://schemas.microsoft.com/office/drawing/2014/main" id="{65E755C4-3B1B-48A9-AEE3-D744A6E81152}"/>
              </a:ext>
            </a:extLst>
          </p:cNvPr>
          <p:cNvSpPr>
            <a:spLocks xmlns:a="http://schemas.openxmlformats.org/drawingml/2006/main" noGrp="1"/>
          </p:cNvSpPr>
          <p:nvPr/>
        </p:nvSpPr>
        <p:spPr>
          <a:xfrm xmlns:a="http://schemas.openxmlformats.org/drawingml/2006/main">
            <a:off x="9620250" y="2628900"/>
            <a:ext cx="66675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250" b="1">
                <a:solidFill>
                  <a:srgbClr val="D87A22"/>
                </a:solidFill>
                <a:latin typeface="Georgia"/>
                <a:ea typeface="Georgia"/>
                <a:cs typeface="Georgia"/>
              </a:defRPr>
            </a:pPr>
            <a:r>
              <a:rPr sz="2250" b="1">
                <a:solidFill>
                  <a:srgbClr val="D87A22"/>
                </a:solidFill>
                <a:latin typeface="Georgia"/>
                <a:ea typeface="Georgia"/>
                <a:cs typeface="Georgia"/>
              </a:rPr>
              <a:t>05</a:t>
            </a:r>
          </a:p>
        </p:txBody>
      </p:sp>
      <p:sp>
        <p:nvSpPr>
          <p:cNvPr id="57" name="">
            <a:extLst xmlns:a="http://schemas.openxmlformats.org/drawingml/2006/main">
              <a:ext uri="{FF2B5EF4-FFF2-40B4-BE49-F238E27FC236}">
                <a16:creationId xmlns:a16="http://schemas.microsoft.com/office/drawing/2014/main" id="{EB56F7D0-C48A-44EB-A414-D029F7DA27CB}"/>
              </a:ext>
            </a:extLst>
          </p:cNvPr>
          <p:cNvSpPr>
            <a:spLocks xmlns:a="http://schemas.openxmlformats.org/drawingml/2006/main" noGrp="1"/>
          </p:cNvSpPr>
          <p:nvPr/>
        </p:nvSpPr>
        <p:spPr>
          <a:xfrm xmlns:a="http://schemas.openxmlformats.org/drawingml/2006/main">
            <a:off x="9620250" y="3143250"/>
            <a:ext cx="12954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Export brief</a:t>
            </a:r>
          </a:p>
        </p:txBody>
      </p:sp>
      <p:sp>
        <p:nvSpPr>
          <p:cNvPr id="58" name="">
            <a:extLst xmlns:a="http://schemas.openxmlformats.org/drawingml/2006/main">
              <a:ext uri="{FF2B5EF4-FFF2-40B4-BE49-F238E27FC236}">
                <a16:creationId xmlns:a16="http://schemas.microsoft.com/office/drawing/2014/main" id="{065982A3-B472-4D09-8980-FCA79BD766D4}"/>
              </a:ext>
            </a:extLst>
          </p:cNvPr>
          <p:cNvSpPr>
            <a:spLocks xmlns:a="http://schemas.openxmlformats.org/drawingml/2006/main" noGrp="1"/>
          </p:cNvSpPr>
          <p:nvPr/>
        </p:nvSpPr>
        <p:spPr>
          <a:xfrm xmlns:a="http://schemas.openxmlformats.org/drawingml/2006/main">
            <a:off x="9620250" y="3543300"/>
            <a:ext cx="1295400"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75" b="0">
                <a:solidFill>
                  <a:srgbClr val="A8A195"/>
                </a:solidFill>
                <a:latin typeface="Aptos"/>
                <a:ea typeface="Aptos"/>
                <a:cs typeface="Aptos"/>
              </a:defRPr>
            </a:pPr>
            <a:r>
              <a:rPr sz="975" b="0">
                <a:solidFill>
                  <a:srgbClr val="A8A195"/>
                </a:solidFill>
                <a:latin typeface="Aptos"/>
                <a:ea typeface="Aptos"/>
                <a:cs typeface="Aptos"/>
              </a:rPr>
              <a:t>Generate a handover note for admin review or next shift.</a:t>
            </a:r>
          </a:p>
        </p:txBody>
      </p:sp>
      <p:sp>
        <p:nvSpPr>
          <p:cNvPr id="59" name="">
            <a:extLst xmlns:a="http://schemas.openxmlformats.org/drawingml/2006/main">
              <a:ext uri="{FF2B5EF4-FFF2-40B4-BE49-F238E27FC236}">
                <a16:creationId xmlns:a16="http://schemas.microsoft.com/office/drawing/2014/main" id="{B4F8D0B8-BC36-45AC-9C24-9C5F8770E7C7}"/>
              </a:ext>
            </a:extLst>
          </p:cNvPr>
          <p:cNvSpPr>
            <a:spLocks xmlns:a="http://schemas.openxmlformats.org/drawingml/2006/main" noGrp="1"/>
          </p:cNvSpPr>
          <p:nvPr/>
        </p:nvSpPr>
        <p:spPr>
          <a:xfrm xmlns:a="http://schemas.openxmlformats.org/drawingml/2006/main">
            <a:off x="2190750" y="4953000"/>
            <a:ext cx="7810500" cy="857250"/>
          </a:xfrm>
          <a:prstGeom xmlns:a="http://schemas.openxmlformats.org/drawingml/2006/main" prst="rect">
            <a:avLst/>
          </a:prstGeom>
          <a:solidFill xmlns:a="http://schemas.openxmlformats.org/drawingml/2006/main">
            <a:srgbClr val="EDE6D8">
              <a:alpha val="5500"/>
            </a:srgbClr>
          </a:solidFill>
        </p:spPr>
      </p:sp>
      <p:sp>
        <p:nvSpPr>
          <p:cNvPr id="60" name="">
            <a:extLst xmlns:a="http://schemas.openxmlformats.org/drawingml/2006/main">
              <a:ext uri="{FF2B5EF4-FFF2-40B4-BE49-F238E27FC236}">
                <a16:creationId xmlns:a16="http://schemas.microsoft.com/office/drawing/2014/main" id="{EE197721-54BF-448B-9C98-38D504047D4F}"/>
              </a:ext>
            </a:extLst>
          </p:cNvPr>
          <p:cNvSpPr>
            <a:spLocks xmlns:a="http://schemas.openxmlformats.org/drawingml/2006/main" noGrp="1"/>
          </p:cNvSpPr>
          <p:nvPr/>
        </p:nvSpPr>
        <p:spPr>
          <a:xfrm xmlns:a="http://schemas.openxmlformats.org/drawingml/2006/main">
            <a:off x="2190750" y="4953000"/>
            <a:ext cx="38100" cy="857250"/>
          </a:xfrm>
          <a:prstGeom xmlns:a="http://schemas.openxmlformats.org/drawingml/2006/main" prst="rect">
            <a:avLst/>
          </a:prstGeom>
          <a:solidFill xmlns:a="http://schemas.openxmlformats.org/drawingml/2006/main">
            <a:srgbClr val="D87A22"/>
          </a:solidFill>
        </p:spPr>
      </p:sp>
      <p:sp>
        <p:nvSpPr>
          <p:cNvPr id="61" name="">
            <a:extLst xmlns:a="http://schemas.openxmlformats.org/drawingml/2006/main">
              <a:ext uri="{FF2B5EF4-FFF2-40B4-BE49-F238E27FC236}">
                <a16:creationId xmlns:a16="http://schemas.microsoft.com/office/drawing/2014/main" id="{CA0159C3-18CD-4A5F-99B0-E7CAD4BE9656}"/>
              </a:ext>
            </a:extLst>
          </p:cNvPr>
          <p:cNvSpPr>
            <a:spLocks xmlns:a="http://schemas.openxmlformats.org/drawingml/2006/main" noGrp="1"/>
          </p:cNvSpPr>
          <p:nvPr/>
        </p:nvSpPr>
        <p:spPr>
          <a:xfrm xmlns:a="http://schemas.openxmlformats.org/drawingml/2006/main">
            <a:off x="2362200" y="5124450"/>
            <a:ext cx="74676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Pitch line</a:t>
            </a:r>
          </a:p>
        </p:txBody>
      </p:sp>
      <p:sp>
        <p:nvSpPr>
          <p:cNvPr id="62" name="">
            <a:extLst xmlns:a="http://schemas.openxmlformats.org/drawingml/2006/main">
              <a:ext uri="{FF2B5EF4-FFF2-40B4-BE49-F238E27FC236}">
                <a16:creationId xmlns:a16="http://schemas.microsoft.com/office/drawing/2014/main" id="{2BB646B9-80FF-486A-BE64-E9B4AA75713F}"/>
              </a:ext>
            </a:extLst>
          </p:cNvPr>
          <p:cNvSpPr>
            <a:spLocks xmlns:a="http://schemas.openxmlformats.org/drawingml/2006/main" noGrp="1"/>
          </p:cNvSpPr>
          <p:nvPr/>
        </p:nvSpPr>
        <p:spPr>
          <a:xfrm xmlns:a="http://schemas.openxmlformats.org/drawingml/2006/main">
            <a:off x="2362200" y="5467350"/>
            <a:ext cx="74676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Sangam Setu helps the event team move from reactive monitoring to proactive command for the next 15-30 minutes.</a:t>
            </a:r>
          </a:p>
        </p:txBody>
      </p:sp>
    </p:spTree>
    <p:extLst>
      <p:ext uri="{BB962C8B-B14F-4D97-AF65-F5344CB8AC3E}">
        <p14:creationId xmlns:p14="http://schemas.microsoft.com/office/powerpoint/2010/main" val="1006007217"/>
      </p:ext>
    </p:extLst>
  </p:cSld>
</p:sld>
</file>

<file path=ppt/slides/slide6.xml><?xml version="1.0" encoding="utf-8"?>
<p:sld xmlns:p="http://schemas.openxmlformats.org/presentationml/2006/main">
  <p:cSld>
    <p:bg>
      <p:bgPr>
        <a:solidFill xmlns:a="http://schemas.openxmlformats.org/drawingml/2006/main">
          <a:srgbClr val="101214"/>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C0B582-BF0C-4ECB-98E6-D93C7851B9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214"/>
          </a:solidFill>
        </p:spPr>
      </p:sp>
      <p:sp>
        <p:nvSpPr>
          <p:cNvPr id="2" name="">
            <a:extLst xmlns:a="http://schemas.openxmlformats.org/drawingml/2006/main">
              <a:ext uri="{FF2B5EF4-FFF2-40B4-BE49-F238E27FC236}">
                <a16:creationId xmlns:a16="http://schemas.microsoft.com/office/drawing/2014/main" id="{7DCD35D8-5240-4CE3-8BAF-21BDCAF8EA40}"/>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p:spPr>
      </p:sp>
      <p:sp>
        <p:nvSpPr>
          <p:cNvPr id="3" name="">
            <a:extLst xmlns:a="http://schemas.openxmlformats.org/drawingml/2006/main">
              <a:ext uri="{FF2B5EF4-FFF2-40B4-BE49-F238E27FC236}">
                <a16:creationId xmlns:a16="http://schemas.microsoft.com/office/drawing/2014/main" id="{B981D342-6C8D-4E35-A09A-181265E26FD4}"/>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p:spPr>
      </p:sp>
      <p:sp>
        <p:nvSpPr>
          <p:cNvPr id="4" name="">
            <a:extLst xmlns:a="http://schemas.openxmlformats.org/drawingml/2006/main">
              <a:ext uri="{FF2B5EF4-FFF2-40B4-BE49-F238E27FC236}">
                <a16:creationId xmlns:a16="http://schemas.microsoft.com/office/drawing/2014/main" id="{8ED17070-24BB-443D-BBE5-405A27709052}"/>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p:spPr>
      </p:sp>
      <p:sp>
        <p:nvSpPr>
          <p:cNvPr id="5" name="">
            <a:extLst xmlns:a="http://schemas.openxmlformats.org/drawingml/2006/main">
              <a:ext uri="{FF2B5EF4-FFF2-40B4-BE49-F238E27FC236}">
                <a16:creationId xmlns:a16="http://schemas.microsoft.com/office/drawing/2014/main" id="{DD62F42C-6C96-4C69-98E9-3B0E6A83949B}"/>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p:spPr>
      </p:sp>
      <p:sp>
        <p:nvSpPr>
          <p:cNvPr id="6" name="">
            <a:extLst xmlns:a="http://schemas.openxmlformats.org/drawingml/2006/main">
              <a:ext uri="{FF2B5EF4-FFF2-40B4-BE49-F238E27FC236}">
                <a16:creationId xmlns:a16="http://schemas.microsoft.com/office/drawing/2014/main" id="{10BB5B08-BAA9-4E6E-B034-846E17FEDB22}"/>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p:spPr>
      </p:sp>
      <p:sp>
        <p:nvSpPr>
          <p:cNvPr id="7" name="">
            <a:extLst xmlns:a="http://schemas.openxmlformats.org/drawingml/2006/main">
              <a:ext uri="{FF2B5EF4-FFF2-40B4-BE49-F238E27FC236}">
                <a16:creationId xmlns:a16="http://schemas.microsoft.com/office/drawing/2014/main" id="{0F28F611-6922-4813-8FEF-0C650873DA5A}"/>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p:spPr>
      </p:sp>
      <p:sp>
        <p:nvSpPr>
          <p:cNvPr id="8" name="">
            <a:extLst xmlns:a="http://schemas.openxmlformats.org/drawingml/2006/main">
              <a:ext uri="{FF2B5EF4-FFF2-40B4-BE49-F238E27FC236}">
                <a16:creationId xmlns:a16="http://schemas.microsoft.com/office/drawing/2014/main" id="{06EFFAED-9D41-4242-BF95-7356336F4830}"/>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p:spPr>
      </p:sp>
      <p:sp>
        <p:nvSpPr>
          <p:cNvPr id="9" name="">
            <a:extLst xmlns:a="http://schemas.openxmlformats.org/drawingml/2006/main">
              <a:ext uri="{FF2B5EF4-FFF2-40B4-BE49-F238E27FC236}">
                <a16:creationId xmlns:a16="http://schemas.microsoft.com/office/drawing/2014/main" id="{BE4458B0-1835-4685-AA0E-93ECEE417B43}"/>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p:spPr>
      </p:sp>
      <p:sp>
        <p:nvSpPr>
          <p:cNvPr id="10" name="">
            <a:extLst xmlns:a="http://schemas.openxmlformats.org/drawingml/2006/main">
              <a:ext uri="{FF2B5EF4-FFF2-40B4-BE49-F238E27FC236}">
                <a16:creationId xmlns:a16="http://schemas.microsoft.com/office/drawing/2014/main" id="{9099E4A6-89F5-49B1-860B-B87C381E430A}"/>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p:spPr>
      </p:sp>
      <p:sp>
        <p:nvSpPr>
          <p:cNvPr id="11" name="">
            <a:extLst xmlns:a="http://schemas.openxmlformats.org/drawingml/2006/main">
              <a:ext uri="{FF2B5EF4-FFF2-40B4-BE49-F238E27FC236}">
                <a16:creationId xmlns:a16="http://schemas.microsoft.com/office/drawing/2014/main" id="{798FB293-73AA-4851-923F-7FF24A7F849E}"/>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p:spPr>
      </p:sp>
      <p:sp>
        <p:nvSpPr>
          <p:cNvPr id="12" name="">
            <a:extLst xmlns:a="http://schemas.openxmlformats.org/drawingml/2006/main">
              <a:ext uri="{FF2B5EF4-FFF2-40B4-BE49-F238E27FC236}">
                <a16:creationId xmlns:a16="http://schemas.microsoft.com/office/drawing/2014/main" id="{0265DAF0-C5B0-47DA-8C1F-79C4F4C16A31}"/>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p:spPr>
      </p:sp>
      <p:sp>
        <p:nvSpPr>
          <p:cNvPr id="13" name="">
            <a:extLst xmlns:a="http://schemas.openxmlformats.org/drawingml/2006/main">
              <a:ext uri="{FF2B5EF4-FFF2-40B4-BE49-F238E27FC236}">
                <a16:creationId xmlns:a16="http://schemas.microsoft.com/office/drawing/2014/main" id="{49C0FB1D-AC77-4E48-8DCB-55A99DBAB2EF}"/>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p:spPr>
      </p:sp>
      <p:sp>
        <p:nvSpPr>
          <p:cNvPr id="14" name="">
            <a:extLst xmlns:a="http://schemas.openxmlformats.org/drawingml/2006/main">
              <a:ext uri="{FF2B5EF4-FFF2-40B4-BE49-F238E27FC236}">
                <a16:creationId xmlns:a16="http://schemas.microsoft.com/office/drawing/2014/main" id="{CE564E20-8AC6-4979-918A-A8717466A15C}"/>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p:spPr>
      </p:sp>
      <p:sp>
        <p:nvSpPr>
          <p:cNvPr id="15" name="">
            <a:extLst xmlns:a="http://schemas.openxmlformats.org/drawingml/2006/main">
              <a:ext uri="{FF2B5EF4-FFF2-40B4-BE49-F238E27FC236}">
                <a16:creationId xmlns:a16="http://schemas.microsoft.com/office/drawing/2014/main" id="{C4A5D267-BA3D-4888-8AEE-B25E64474BC2}"/>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p:spPr>
      </p:sp>
      <p:sp>
        <p:nvSpPr>
          <p:cNvPr id="16" name="">
            <a:extLst xmlns:a="http://schemas.openxmlformats.org/drawingml/2006/main">
              <a:ext uri="{FF2B5EF4-FFF2-40B4-BE49-F238E27FC236}">
                <a16:creationId xmlns:a16="http://schemas.microsoft.com/office/drawing/2014/main" id="{C1F1D7C6-BA91-45A2-AC53-DE891D6A3AB2}"/>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p:spPr>
      </p:sp>
      <p:sp>
        <p:nvSpPr>
          <p:cNvPr id="17" name="">
            <a:extLst xmlns:a="http://schemas.openxmlformats.org/drawingml/2006/main">
              <a:ext uri="{FF2B5EF4-FFF2-40B4-BE49-F238E27FC236}">
                <a16:creationId xmlns:a16="http://schemas.microsoft.com/office/drawing/2014/main" id="{07372786-A944-43CB-9EB2-6A039D3EAF28}"/>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p:spPr>
      </p:sp>
      <p:sp>
        <p:nvSpPr>
          <p:cNvPr id="18" name="">
            <a:extLst xmlns:a="http://schemas.openxmlformats.org/drawingml/2006/main">
              <a:ext uri="{FF2B5EF4-FFF2-40B4-BE49-F238E27FC236}">
                <a16:creationId xmlns:a16="http://schemas.microsoft.com/office/drawing/2014/main" id="{3723E823-4F40-42C8-972D-B177157FDB1E}"/>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p:spPr>
      </p:sp>
      <p:sp>
        <p:nvSpPr>
          <p:cNvPr id="19" name="">
            <a:extLst xmlns:a="http://schemas.openxmlformats.org/drawingml/2006/main">
              <a:ext uri="{FF2B5EF4-FFF2-40B4-BE49-F238E27FC236}">
                <a16:creationId xmlns:a16="http://schemas.microsoft.com/office/drawing/2014/main" id="{8EC26437-88BF-4E4F-80FE-37C0FF6F374A}"/>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p:spPr>
      </p:sp>
      <p:sp>
        <p:nvSpPr>
          <p:cNvPr id="20" name="">
            <a:extLst xmlns:a="http://schemas.openxmlformats.org/drawingml/2006/main">
              <a:ext uri="{FF2B5EF4-FFF2-40B4-BE49-F238E27FC236}">
                <a16:creationId xmlns:a16="http://schemas.microsoft.com/office/drawing/2014/main" id="{06FE2F57-EEC7-47AD-B9EF-AD551199BDE3}"/>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p:spPr>
      </p:sp>
      <p:sp>
        <p:nvSpPr>
          <p:cNvPr id="21" name="">
            <a:extLst xmlns:a="http://schemas.openxmlformats.org/drawingml/2006/main">
              <a:ext uri="{FF2B5EF4-FFF2-40B4-BE49-F238E27FC236}">
                <a16:creationId xmlns:a16="http://schemas.microsoft.com/office/drawing/2014/main" id="{624768BA-8163-4EA6-B201-DB5CF361D622}"/>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p:spPr>
      </p:sp>
      <p:sp>
        <p:nvSpPr>
          <p:cNvPr id="22" name="">
            <a:extLst xmlns:a="http://schemas.openxmlformats.org/drawingml/2006/main">
              <a:ext uri="{FF2B5EF4-FFF2-40B4-BE49-F238E27FC236}">
                <a16:creationId xmlns:a16="http://schemas.microsoft.com/office/drawing/2014/main" id="{5BFCD045-58F1-4BD5-A664-A94517B93597}"/>
              </a:ext>
            </a:extLst>
          </p:cNvPr>
          <p:cNvSpPr>
            <a:spLocks xmlns:a="http://schemas.openxmlformats.org/drawingml/2006/main" noGrp="1"/>
          </p:cNvSpPr>
          <p:nvPr/>
        </p:nvSpPr>
        <p:spPr>
          <a:xfrm xmlns:a="http://schemas.openxmlformats.org/drawingml/2006/main">
            <a:off x="12192000" y="0"/>
            <a:ext cx="0" cy="6858000"/>
          </a:xfrm>
          <a:prstGeom xmlns:a="http://schemas.openxmlformats.org/drawingml/2006/main" prst="line">
            <a:avLst/>
          </a:prstGeom>
          <a:noFill xmlns:a="http://schemas.openxmlformats.org/drawingml/2006/main"/>
        </p:spPr>
      </p:sp>
      <p:sp>
        <p:nvSpPr>
          <p:cNvPr id="23" name="">
            <a:extLst xmlns:a="http://schemas.openxmlformats.org/drawingml/2006/main">
              <a:ext uri="{FF2B5EF4-FFF2-40B4-BE49-F238E27FC236}">
                <a16:creationId xmlns:a16="http://schemas.microsoft.com/office/drawing/2014/main" id="{6194B00A-DA45-4F8F-8B80-EABBEE9DC3A4}"/>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p:spPr>
      </p:sp>
      <p:sp>
        <p:nvSpPr>
          <p:cNvPr id="24" name="">
            <a:extLst xmlns:a="http://schemas.openxmlformats.org/drawingml/2006/main">
              <a:ext uri="{FF2B5EF4-FFF2-40B4-BE49-F238E27FC236}">
                <a16:creationId xmlns:a16="http://schemas.microsoft.com/office/drawing/2014/main" id="{8886A19B-DB6C-45F7-BB4D-C196D919F035}"/>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p:spPr>
      </p:sp>
      <p:sp>
        <p:nvSpPr>
          <p:cNvPr id="25" name="">
            <a:extLst xmlns:a="http://schemas.openxmlformats.org/drawingml/2006/main">
              <a:ext uri="{FF2B5EF4-FFF2-40B4-BE49-F238E27FC236}">
                <a16:creationId xmlns:a16="http://schemas.microsoft.com/office/drawing/2014/main" id="{9C665AB7-3761-43B5-BA84-CCBE28B06C6F}"/>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p:spPr>
      </p:sp>
      <p:sp>
        <p:nvSpPr>
          <p:cNvPr id="26" name="">
            <a:extLst xmlns:a="http://schemas.openxmlformats.org/drawingml/2006/main">
              <a:ext uri="{FF2B5EF4-FFF2-40B4-BE49-F238E27FC236}">
                <a16:creationId xmlns:a16="http://schemas.microsoft.com/office/drawing/2014/main" id="{C5454696-C03C-41BF-9C6B-105552CB0A27}"/>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p:spPr>
      </p:sp>
      <p:sp>
        <p:nvSpPr>
          <p:cNvPr id="27" name="">
            <a:extLst xmlns:a="http://schemas.openxmlformats.org/drawingml/2006/main">
              <a:ext uri="{FF2B5EF4-FFF2-40B4-BE49-F238E27FC236}">
                <a16:creationId xmlns:a16="http://schemas.microsoft.com/office/drawing/2014/main" id="{36A2AD4F-CAD9-4AE6-9062-04779C9E9EC2}"/>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p:spPr>
      </p:sp>
      <p:sp>
        <p:nvSpPr>
          <p:cNvPr id="28" name="">
            <a:extLst xmlns:a="http://schemas.openxmlformats.org/drawingml/2006/main">
              <a:ext uri="{FF2B5EF4-FFF2-40B4-BE49-F238E27FC236}">
                <a16:creationId xmlns:a16="http://schemas.microsoft.com/office/drawing/2014/main" id="{8889FF35-ED0E-4A22-A11D-FD3641A1C7C6}"/>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p:spPr>
      </p:sp>
      <p:sp>
        <p:nvSpPr>
          <p:cNvPr id="29" name="">
            <a:extLst xmlns:a="http://schemas.openxmlformats.org/drawingml/2006/main">
              <a:ext uri="{FF2B5EF4-FFF2-40B4-BE49-F238E27FC236}">
                <a16:creationId xmlns:a16="http://schemas.microsoft.com/office/drawing/2014/main" id="{D481087C-FF47-4FC9-B1C9-3AE9606B6EF5}"/>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p:spPr>
      </p:sp>
      <p:sp>
        <p:nvSpPr>
          <p:cNvPr id="30" name="">
            <a:extLst xmlns:a="http://schemas.openxmlformats.org/drawingml/2006/main">
              <a:ext uri="{FF2B5EF4-FFF2-40B4-BE49-F238E27FC236}">
                <a16:creationId xmlns:a16="http://schemas.microsoft.com/office/drawing/2014/main" id="{8DF2B1ED-0B01-4333-AA4B-BC76F3E02EEE}"/>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p:spPr>
      </p:sp>
      <p:sp>
        <p:nvSpPr>
          <p:cNvPr id="31" name="">
            <a:extLst xmlns:a="http://schemas.openxmlformats.org/drawingml/2006/main">
              <a:ext uri="{FF2B5EF4-FFF2-40B4-BE49-F238E27FC236}">
                <a16:creationId xmlns:a16="http://schemas.microsoft.com/office/drawing/2014/main" id="{B5BE745F-F066-484D-A120-AB2CDEB71BF4}"/>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p:spPr>
      </p:sp>
      <p:sp>
        <p:nvSpPr>
          <p:cNvPr id="32" name="">
            <a:extLst xmlns:a="http://schemas.openxmlformats.org/drawingml/2006/main">
              <a:ext uri="{FF2B5EF4-FFF2-40B4-BE49-F238E27FC236}">
                <a16:creationId xmlns:a16="http://schemas.microsoft.com/office/drawing/2014/main" id="{E4B388F5-5D33-44AD-B437-4139CB545062}"/>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p:spPr>
      </p:sp>
      <p:sp>
        <p:nvSpPr>
          <p:cNvPr id="33" name="">
            <a:extLst xmlns:a="http://schemas.openxmlformats.org/drawingml/2006/main">
              <a:ext uri="{FF2B5EF4-FFF2-40B4-BE49-F238E27FC236}">
                <a16:creationId xmlns:a16="http://schemas.microsoft.com/office/drawing/2014/main" id="{6B3E3CC0-FD22-4488-BCD9-D4FA3AA3F351}"/>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p:spPr>
      </p:sp>
      <p:sp>
        <p:nvSpPr>
          <p:cNvPr id="34" name="">
            <a:extLst xmlns:a="http://schemas.openxmlformats.org/drawingml/2006/main">
              <a:ext uri="{FF2B5EF4-FFF2-40B4-BE49-F238E27FC236}">
                <a16:creationId xmlns:a16="http://schemas.microsoft.com/office/drawing/2014/main" id="{5D4D543C-898C-4B87-AB4B-9EEA18B66A7C}"/>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p:spPr>
      </p:sp>
      <p:sp>
        <p:nvSpPr>
          <p:cNvPr id="35" name="">
            <a:extLst xmlns:a="http://schemas.openxmlformats.org/drawingml/2006/main">
              <a:ext uri="{FF2B5EF4-FFF2-40B4-BE49-F238E27FC236}">
                <a16:creationId xmlns:a16="http://schemas.microsoft.com/office/drawing/2014/main" id="{EE2451CE-619B-4A63-930D-137875A9D355}"/>
              </a:ext>
            </a:extLst>
          </p:cNvPr>
          <p:cNvSpPr>
            <a:spLocks xmlns:a="http://schemas.openxmlformats.org/drawingml/2006/main" noGrp="1"/>
          </p:cNvSpPr>
          <p:nvPr/>
        </p:nvSpPr>
        <p:spPr>
          <a:xfrm xmlns:a="http://schemas.openxmlformats.org/drawingml/2006/main">
            <a:off x="685800" y="381000"/>
            <a:ext cx="3429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6AA6B8"/>
                </a:solidFill>
                <a:latin typeface="Aptos"/>
                <a:ea typeface="Aptos"/>
                <a:cs typeface="Aptos"/>
              </a:defRPr>
            </a:pPr>
            <a:r>
              <a:rPr sz="900" b="1">
                <a:solidFill>
                  <a:srgbClr val="6AA6B8"/>
                </a:solidFill>
                <a:latin typeface="Aptos"/>
                <a:ea typeface="Aptos"/>
                <a:cs typeface="Aptos"/>
              </a:rPr>
              <a:t>SANGAM SETU / MAHAKUMBH 2028</a:t>
            </a:r>
          </a:p>
        </p:txBody>
      </p:sp>
      <p:sp>
        <p:nvSpPr>
          <p:cNvPr id="36" name="">
            <a:extLst xmlns:a="http://schemas.openxmlformats.org/drawingml/2006/main">
              <a:ext uri="{FF2B5EF4-FFF2-40B4-BE49-F238E27FC236}">
                <a16:creationId xmlns:a16="http://schemas.microsoft.com/office/drawing/2014/main" id="{D946986C-ECCF-4F36-802B-1C92FB6F666E}"/>
              </a:ext>
            </a:extLst>
          </p:cNvPr>
          <p:cNvSpPr>
            <a:spLocks xmlns:a="http://schemas.openxmlformats.org/drawingml/2006/main" noGrp="1"/>
          </p:cNvSpPr>
          <p:nvPr/>
        </p:nvSpPr>
        <p:spPr>
          <a:xfrm xmlns:a="http://schemas.openxmlformats.org/drawingml/2006/main">
            <a:off x="11315700" y="381000"/>
            <a:ext cx="571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r">
              <a:defRPr sz="900" b="0">
                <a:solidFill>
                  <a:srgbClr val="A8A195"/>
                </a:solidFill>
                <a:latin typeface="Aptos"/>
                <a:ea typeface="Aptos"/>
                <a:cs typeface="Aptos"/>
              </a:defRPr>
            </a:pPr>
            <a:r>
              <a:rPr sz="900" b="0">
                <a:solidFill>
                  <a:srgbClr val="A8A195"/>
                </a:solidFill>
                <a:latin typeface="Aptos"/>
                <a:ea typeface="Aptos"/>
                <a:cs typeface="Aptos"/>
              </a:rPr>
              <a:t>06</a:t>
            </a:r>
          </a:p>
        </p:txBody>
      </p:sp>
      <p:sp>
        <p:nvSpPr>
          <p:cNvPr id="37" name="">
            <a:extLst xmlns:a="http://schemas.openxmlformats.org/drawingml/2006/main">
              <a:ext uri="{FF2B5EF4-FFF2-40B4-BE49-F238E27FC236}">
                <a16:creationId xmlns:a16="http://schemas.microsoft.com/office/drawing/2014/main" id="{6A4B38F7-CC30-43A2-95DF-34CD53D7D3E8}"/>
              </a:ext>
            </a:extLst>
          </p:cNvPr>
          <p:cNvSpPr>
            <a:spLocks xmlns:a="http://schemas.openxmlformats.org/drawingml/2006/main" noGrp="1"/>
          </p:cNvSpPr>
          <p:nvPr/>
        </p:nvSpPr>
        <p:spPr>
          <a:xfrm xmlns:a="http://schemas.openxmlformats.org/drawingml/2006/main">
            <a:off x="685800" y="6362700"/>
            <a:ext cx="11201400" cy="0"/>
          </a:xfrm>
          <a:prstGeom xmlns:a="http://schemas.openxmlformats.org/drawingml/2006/main" prst="line">
            <a:avLst/>
          </a:prstGeom>
          <a:noFill xmlns:a="http://schemas.openxmlformats.org/drawingml/2006/main"/>
        </p:spPr>
      </p:sp>
      <p:sp>
        <p:nvSpPr>
          <p:cNvPr id="38" name="">
            <a:extLst xmlns:a="http://schemas.openxmlformats.org/drawingml/2006/main">
              <a:ext uri="{FF2B5EF4-FFF2-40B4-BE49-F238E27FC236}">
                <a16:creationId xmlns:a16="http://schemas.microsoft.com/office/drawing/2014/main" id="{8A52C424-E5F0-4FFA-9F5A-11B25C147969}"/>
              </a:ext>
            </a:extLst>
          </p:cNvPr>
          <p:cNvSpPr>
            <a:spLocks xmlns:a="http://schemas.openxmlformats.org/drawingml/2006/main" noGrp="1"/>
          </p:cNvSpPr>
          <p:nvPr/>
        </p:nvSpPr>
        <p:spPr>
          <a:xfrm xmlns:a="http://schemas.openxmlformats.org/drawingml/2006/main">
            <a:off x="685800" y="876300"/>
            <a:ext cx="809625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850" b="1">
                <a:solidFill>
                  <a:srgbClr val="F5EFE3"/>
                </a:solidFill>
                <a:latin typeface="Georgia"/>
                <a:ea typeface="Georgia"/>
                <a:cs typeface="Georgia"/>
              </a:defRPr>
            </a:pPr>
            <a:r>
              <a:rPr sz="2850" b="1">
                <a:solidFill>
                  <a:srgbClr val="F5EFE3"/>
                </a:solidFill>
                <a:latin typeface="Georgia"/>
                <a:ea typeface="Georgia"/>
                <a:cs typeface="Georgia"/>
              </a:rPr>
              <a:t>What makes it practical for event administration.</a:t>
            </a:r>
          </a:p>
        </p:txBody>
      </p:sp>
      <p:sp>
        <p:nvSpPr>
          <p:cNvPr id="39" name="">
            <a:extLst xmlns:a="http://schemas.openxmlformats.org/drawingml/2006/main">
              <a:ext uri="{FF2B5EF4-FFF2-40B4-BE49-F238E27FC236}">
                <a16:creationId xmlns:a16="http://schemas.microsoft.com/office/drawing/2014/main" id="{B8E1CA03-ABF6-4572-B628-2130C05ACFB6}"/>
              </a:ext>
            </a:extLst>
          </p:cNvPr>
          <p:cNvSpPr>
            <a:spLocks xmlns:a="http://schemas.openxmlformats.org/drawingml/2006/main" noGrp="1"/>
          </p:cNvSpPr>
          <p:nvPr/>
        </p:nvSpPr>
        <p:spPr>
          <a:xfrm xmlns:a="http://schemas.openxmlformats.org/drawingml/2006/main">
            <a:off x="685800" y="2095500"/>
            <a:ext cx="2381250" cy="1123950"/>
          </a:xfrm>
          <a:prstGeom xmlns:a="http://schemas.openxmlformats.org/drawingml/2006/main" prst="rect">
            <a:avLst/>
          </a:prstGeom>
          <a:solidFill xmlns:a="http://schemas.openxmlformats.org/drawingml/2006/main">
            <a:srgbClr val="EDE6D8">
              <a:alpha val="5500"/>
            </a:srgbClr>
          </a:solidFill>
        </p:spPr>
      </p:sp>
      <p:sp>
        <p:nvSpPr>
          <p:cNvPr id="40" name="">
            <a:extLst xmlns:a="http://schemas.openxmlformats.org/drawingml/2006/main">
              <a:ext uri="{FF2B5EF4-FFF2-40B4-BE49-F238E27FC236}">
                <a16:creationId xmlns:a16="http://schemas.microsoft.com/office/drawing/2014/main" id="{5A32B1B3-6DF6-428D-AF0C-82B3E6B711CD}"/>
              </a:ext>
            </a:extLst>
          </p:cNvPr>
          <p:cNvSpPr>
            <a:spLocks xmlns:a="http://schemas.openxmlformats.org/drawingml/2006/main" noGrp="1"/>
          </p:cNvSpPr>
          <p:nvPr/>
        </p:nvSpPr>
        <p:spPr>
          <a:xfrm xmlns:a="http://schemas.openxmlformats.org/drawingml/2006/main">
            <a:off x="857250" y="2266950"/>
            <a:ext cx="20383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750" b="1">
                <a:solidFill>
                  <a:srgbClr val="A8A195"/>
                </a:solidFill>
                <a:latin typeface="Aptos"/>
                <a:ea typeface="Aptos"/>
                <a:cs typeface="Aptos"/>
              </a:defRPr>
            </a:pPr>
            <a:r>
              <a:rPr sz="750" b="1">
                <a:solidFill>
                  <a:srgbClr val="A8A195"/>
                </a:solidFill>
                <a:latin typeface="Aptos"/>
                <a:ea typeface="Aptos"/>
                <a:cs typeface="Aptos"/>
              </a:rPr>
              <a:t>RELIABILITY</a:t>
            </a:r>
          </a:p>
        </p:txBody>
      </p:sp>
      <p:sp>
        <p:nvSpPr>
          <p:cNvPr id="41" name="">
            <a:extLst xmlns:a="http://schemas.openxmlformats.org/drawingml/2006/main">
              <a:ext uri="{FF2B5EF4-FFF2-40B4-BE49-F238E27FC236}">
                <a16:creationId xmlns:a16="http://schemas.microsoft.com/office/drawing/2014/main" id="{DB693E47-F12E-428A-B8CD-C6F4A36F5D44}"/>
              </a:ext>
            </a:extLst>
          </p:cNvPr>
          <p:cNvSpPr>
            <a:spLocks xmlns:a="http://schemas.openxmlformats.org/drawingml/2006/main" noGrp="1"/>
          </p:cNvSpPr>
          <p:nvPr/>
        </p:nvSpPr>
        <p:spPr>
          <a:xfrm xmlns:a="http://schemas.openxmlformats.org/drawingml/2006/main">
            <a:off x="857250" y="2495550"/>
            <a:ext cx="203835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550" b="1">
                <a:solidFill>
                  <a:srgbClr val="EDE6D8"/>
                </a:solidFill>
                <a:latin typeface="Georgia"/>
                <a:ea typeface="Georgia"/>
                <a:cs typeface="Georgia"/>
              </a:defRPr>
            </a:pPr>
            <a:r>
              <a:rPr sz="2550" b="1">
                <a:solidFill>
                  <a:srgbClr val="EDE6D8"/>
                </a:solidFill>
                <a:latin typeface="Georgia"/>
                <a:ea typeface="Georgia"/>
                <a:cs typeface="Georgia"/>
              </a:rPr>
              <a:t>Static-first</a:t>
            </a:r>
          </a:p>
        </p:txBody>
      </p:sp>
      <p:sp>
        <p:nvSpPr>
          <p:cNvPr id="42" name="">
            <a:extLst xmlns:a="http://schemas.openxmlformats.org/drawingml/2006/main">
              <a:ext uri="{FF2B5EF4-FFF2-40B4-BE49-F238E27FC236}">
                <a16:creationId xmlns:a16="http://schemas.microsoft.com/office/drawing/2014/main" id="{0D4A76C6-18DF-4371-8DAB-662D07BCC38E}"/>
              </a:ext>
            </a:extLst>
          </p:cNvPr>
          <p:cNvSpPr>
            <a:spLocks xmlns:a="http://schemas.openxmlformats.org/drawingml/2006/main" noGrp="1"/>
          </p:cNvSpPr>
          <p:nvPr/>
        </p:nvSpPr>
        <p:spPr>
          <a:xfrm xmlns:a="http://schemas.openxmlformats.org/drawingml/2006/main">
            <a:off x="857250" y="2933700"/>
            <a:ext cx="20383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Demo works without API keys</a:t>
            </a:r>
          </a:p>
        </p:txBody>
      </p:sp>
      <p:sp>
        <p:nvSpPr>
          <p:cNvPr id="43" name="">
            <a:extLst xmlns:a="http://schemas.openxmlformats.org/drawingml/2006/main">
              <a:ext uri="{FF2B5EF4-FFF2-40B4-BE49-F238E27FC236}">
                <a16:creationId xmlns:a16="http://schemas.microsoft.com/office/drawing/2014/main" id="{81BC925D-6330-4E4E-A22E-3FB38BC8C049}"/>
              </a:ext>
            </a:extLst>
          </p:cNvPr>
          <p:cNvSpPr>
            <a:spLocks xmlns:a="http://schemas.openxmlformats.org/drawingml/2006/main" noGrp="1"/>
          </p:cNvSpPr>
          <p:nvPr/>
        </p:nvSpPr>
        <p:spPr>
          <a:xfrm xmlns:a="http://schemas.openxmlformats.org/drawingml/2006/main">
            <a:off x="3257550" y="2095500"/>
            <a:ext cx="2381250" cy="1123950"/>
          </a:xfrm>
          <a:prstGeom xmlns:a="http://schemas.openxmlformats.org/drawingml/2006/main" prst="rect">
            <a:avLst/>
          </a:prstGeom>
          <a:solidFill xmlns:a="http://schemas.openxmlformats.org/drawingml/2006/main">
            <a:srgbClr val="EDE6D8">
              <a:alpha val="5500"/>
            </a:srgbClr>
          </a:solidFill>
        </p:spPr>
      </p:sp>
      <p:sp>
        <p:nvSpPr>
          <p:cNvPr id="44" name="">
            <a:extLst xmlns:a="http://schemas.openxmlformats.org/drawingml/2006/main">
              <a:ext uri="{FF2B5EF4-FFF2-40B4-BE49-F238E27FC236}">
                <a16:creationId xmlns:a16="http://schemas.microsoft.com/office/drawing/2014/main" id="{32539E7E-2428-4D13-B390-E16532B88605}"/>
              </a:ext>
            </a:extLst>
          </p:cNvPr>
          <p:cNvSpPr>
            <a:spLocks xmlns:a="http://schemas.openxmlformats.org/drawingml/2006/main" noGrp="1"/>
          </p:cNvSpPr>
          <p:nvPr/>
        </p:nvSpPr>
        <p:spPr>
          <a:xfrm xmlns:a="http://schemas.openxmlformats.org/drawingml/2006/main">
            <a:off x="3429000" y="2266950"/>
            <a:ext cx="20383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750" b="1">
                <a:solidFill>
                  <a:srgbClr val="A8A195"/>
                </a:solidFill>
                <a:latin typeface="Aptos"/>
                <a:ea typeface="Aptos"/>
                <a:cs typeface="Aptos"/>
              </a:defRPr>
            </a:pPr>
            <a:r>
              <a:rPr sz="750" b="1">
                <a:solidFill>
                  <a:srgbClr val="A8A195"/>
                </a:solidFill>
                <a:latin typeface="Aptos"/>
                <a:ea typeface="Aptos"/>
                <a:cs typeface="Aptos"/>
              </a:rPr>
              <a:t>ACTIONABILITY</a:t>
            </a:r>
          </a:p>
        </p:txBody>
      </p:sp>
      <p:sp>
        <p:nvSpPr>
          <p:cNvPr id="45" name="">
            <a:extLst xmlns:a="http://schemas.openxmlformats.org/drawingml/2006/main">
              <a:ext uri="{FF2B5EF4-FFF2-40B4-BE49-F238E27FC236}">
                <a16:creationId xmlns:a16="http://schemas.microsoft.com/office/drawing/2014/main" id="{DA597300-15EE-47BD-BFC6-BBC9A57371A5}"/>
              </a:ext>
            </a:extLst>
          </p:cNvPr>
          <p:cNvSpPr>
            <a:spLocks xmlns:a="http://schemas.openxmlformats.org/drawingml/2006/main" noGrp="1"/>
          </p:cNvSpPr>
          <p:nvPr/>
        </p:nvSpPr>
        <p:spPr>
          <a:xfrm xmlns:a="http://schemas.openxmlformats.org/drawingml/2006/main">
            <a:off x="3429000" y="2495550"/>
            <a:ext cx="203835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550" b="1">
                <a:solidFill>
                  <a:srgbClr val="EDE6D8"/>
                </a:solidFill>
                <a:latin typeface="Georgia"/>
                <a:ea typeface="Georgia"/>
                <a:cs typeface="Georgia"/>
              </a:defRPr>
            </a:pPr>
            <a:r>
              <a:rPr sz="2550" b="1">
                <a:solidFill>
                  <a:srgbClr val="EDE6D8"/>
                </a:solidFill>
                <a:latin typeface="Georgia"/>
                <a:ea typeface="Georgia"/>
                <a:cs typeface="Georgia"/>
              </a:rPr>
              <a:t>15-30m</a:t>
            </a:r>
          </a:p>
        </p:txBody>
      </p:sp>
      <p:sp>
        <p:nvSpPr>
          <p:cNvPr id="46" name="">
            <a:extLst xmlns:a="http://schemas.openxmlformats.org/drawingml/2006/main">
              <a:ext uri="{FF2B5EF4-FFF2-40B4-BE49-F238E27FC236}">
                <a16:creationId xmlns:a16="http://schemas.microsoft.com/office/drawing/2014/main" id="{27F366A0-7A2F-4AC8-9CA9-98B210DFD9B7}"/>
              </a:ext>
            </a:extLst>
          </p:cNvPr>
          <p:cNvSpPr>
            <a:spLocks xmlns:a="http://schemas.openxmlformats.org/drawingml/2006/main" noGrp="1"/>
          </p:cNvSpPr>
          <p:nvPr/>
        </p:nvSpPr>
        <p:spPr>
          <a:xfrm xmlns:a="http://schemas.openxmlformats.org/drawingml/2006/main">
            <a:off x="3429000" y="2933700"/>
            <a:ext cx="20383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Briefing window for command</a:t>
            </a:r>
          </a:p>
        </p:txBody>
      </p:sp>
      <p:sp>
        <p:nvSpPr>
          <p:cNvPr id="47" name="">
            <a:extLst xmlns:a="http://schemas.openxmlformats.org/drawingml/2006/main">
              <a:ext uri="{FF2B5EF4-FFF2-40B4-BE49-F238E27FC236}">
                <a16:creationId xmlns:a16="http://schemas.microsoft.com/office/drawing/2014/main" id="{A924B641-A848-4B0D-AF9E-59DE2D6B3E7B}"/>
              </a:ext>
            </a:extLst>
          </p:cNvPr>
          <p:cNvSpPr>
            <a:spLocks xmlns:a="http://schemas.openxmlformats.org/drawingml/2006/main" noGrp="1"/>
          </p:cNvSpPr>
          <p:nvPr/>
        </p:nvSpPr>
        <p:spPr>
          <a:xfrm xmlns:a="http://schemas.openxmlformats.org/drawingml/2006/main">
            <a:off x="5829300" y="2095500"/>
            <a:ext cx="2381250" cy="1123950"/>
          </a:xfrm>
          <a:prstGeom xmlns:a="http://schemas.openxmlformats.org/drawingml/2006/main" prst="rect">
            <a:avLst/>
          </a:prstGeom>
          <a:solidFill xmlns:a="http://schemas.openxmlformats.org/drawingml/2006/main">
            <a:srgbClr val="EDE6D8">
              <a:alpha val="5500"/>
            </a:srgbClr>
          </a:solidFill>
        </p:spPr>
      </p:sp>
      <p:sp>
        <p:nvSpPr>
          <p:cNvPr id="48" name="">
            <a:extLst xmlns:a="http://schemas.openxmlformats.org/drawingml/2006/main">
              <a:ext uri="{FF2B5EF4-FFF2-40B4-BE49-F238E27FC236}">
                <a16:creationId xmlns:a16="http://schemas.microsoft.com/office/drawing/2014/main" id="{EDA52CF4-4D7F-4E3E-A40D-F991F0BE97C7}"/>
              </a:ext>
            </a:extLst>
          </p:cNvPr>
          <p:cNvSpPr>
            <a:spLocks xmlns:a="http://schemas.openxmlformats.org/drawingml/2006/main" noGrp="1"/>
          </p:cNvSpPr>
          <p:nvPr/>
        </p:nvSpPr>
        <p:spPr>
          <a:xfrm xmlns:a="http://schemas.openxmlformats.org/drawingml/2006/main">
            <a:off x="6000750" y="2266950"/>
            <a:ext cx="20383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750" b="1">
                <a:solidFill>
                  <a:srgbClr val="A8A195"/>
                </a:solidFill>
                <a:latin typeface="Aptos"/>
                <a:ea typeface="Aptos"/>
                <a:cs typeface="Aptos"/>
              </a:defRPr>
            </a:pPr>
            <a:r>
              <a:rPr sz="750" b="1">
                <a:solidFill>
                  <a:srgbClr val="A8A195"/>
                </a:solidFill>
                <a:latin typeface="Aptos"/>
                <a:ea typeface="Aptos"/>
                <a:cs typeface="Aptos"/>
              </a:rPr>
              <a:t>OPERATIONS</a:t>
            </a:r>
          </a:p>
        </p:txBody>
      </p:sp>
      <p:sp>
        <p:nvSpPr>
          <p:cNvPr id="49" name="">
            <a:extLst xmlns:a="http://schemas.openxmlformats.org/drawingml/2006/main">
              <a:ext uri="{FF2B5EF4-FFF2-40B4-BE49-F238E27FC236}">
                <a16:creationId xmlns:a16="http://schemas.microsoft.com/office/drawing/2014/main" id="{143C8A30-B51D-4C75-9982-512DD543A6A6}"/>
              </a:ext>
            </a:extLst>
          </p:cNvPr>
          <p:cNvSpPr>
            <a:spLocks xmlns:a="http://schemas.openxmlformats.org/drawingml/2006/main" noGrp="1"/>
          </p:cNvSpPr>
          <p:nvPr/>
        </p:nvSpPr>
        <p:spPr>
          <a:xfrm xmlns:a="http://schemas.openxmlformats.org/drawingml/2006/main">
            <a:off x="6000750" y="2495550"/>
            <a:ext cx="203835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550" b="1">
                <a:solidFill>
                  <a:srgbClr val="EDE6D8"/>
                </a:solidFill>
                <a:latin typeface="Georgia"/>
                <a:ea typeface="Georgia"/>
                <a:cs typeface="Georgia"/>
              </a:defRPr>
            </a:pPr>
            <a:r>
              <a:rPr sz="2550" b="1">
                <a:solidFill>
                  <a:srgbClr val="EDE6D8"/>
                </a:solidFill>
                <a:latin typeface="Georgia"/>
                <a:ea typeface="Georgia"/>
                <a:cs typeface="Georgia"/>
              </a:rPr>
              <a:t>5 domains</a:t>
            </a:r>
          </a:p>
        </p:txBody>
      </p:sp>
      <p:sp>
        <p:nvSpPr>
          <p:cNvPr id="50" name="">
            <a:extLst xmlns:a="http://schemas.openxmlformats.org/drawingml/2006/main">
              <a:ext uri="{FF2B5EF4-FFF2-40B4-BE49-F238E27FC236}">
                <a16:creationId xmlns:a16="http://schemas.microsoft.com/office/drawing/2014/main" id="{E09F58C8-FDEF-43A4-9E40-1F7022560520}"/>
              </a:ext>
            </a:extLst>
          </p:cNvPr>
          <p:cNvSpPr>
            <a:spLocks xmlns:a="http://schemas.openxmlformats.org/drawingml/2006/main" noGrp="1"/>
          </p:cNvSpPr>
          <p:nvPr/>
        </p:nvSpPr>
        <p:spPr>
          <a:xfrm xmlns:a="http://schemas.openxmlformats.org/drawingml/2006/main">
            <a:off x="6000750" y="2933700"/>
            <a:ext cx="20383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crowd, transport, incidents, teams, stock</a:t>
            </a:r>
          </a:p>
        </p:txBody>
      </p:sp>
      <p:sp>
        <p:nvSpPr>
          <p:cNvPr id="51" name="">
            <a:extLst xmlns:a="http://schemas.openxmlformats.org/drawingml/2006/main">
              <a:ext uri="{FF2B5EF4-FFF2-40B4-BE49-F238E27FC236}">
                <a16:creationId xmlns:a16="http://schemas.microsoft.com/office/drawing/2014/main" id="{C3452CAB-DF56-44E2-B6C8-CBE827E4AAD2}"/>
              </a:ext>
            </a:extLst>
          </p:cNvPr>
          <p:cNvSpPr>
            <a:spLocks xmlns:a="http://schemas.openxmlformats.org/drawingml/2006/main" noGrp="1"/>
          </p:cNvSpPr>
          <p:nvPr/>
        </p:nvSpPr>
        <p:spPr>
          <a:xfrm xmlns:a="http://schemas.openxmlformats.org/drawingml/2006/main">
            <a:off x="8401050" y="2095500"/>
            <a:ext cx="2381250" cy="1123950"/>
          </a:xfrm>
          <a:prstGeom xmlns:a="http://schemas.openxmlformats.org/drawingml/2006/main" prst="rect">
            <a:avLst/>
          </a:prstGeom>
          <a:solidFill xmlns:a="http://schemas.openxmlformats.org/drawingml/2006/main">
            <a:srgbClr val="EDE6D8">
              <a:alpha val="5500"/>
            </a:srgbClr>
          </a:solidFill>
        </p:spPr>
      </p:sp>
      <p:sp>
        <p:nvSpPr>
          <p:cNvPr id="52" name="">
            <a:extLst xmlns:a="http://schemas.openxmlformats.org/drawingml/2006/main">
              <a:ext uri="{FF2B5EF4-FFF2-40B4-BE49-F238E27FC236}">
                <a16:creationId xmlns:a16="http://schemas.microsoft.com/office/drawing/2014/main" id="{0B82C905-D329-4AA1-8CAC-CA41AD78697B}"/>
              </a:ext>
            </a:extLst>
          </p:cNvPr>
          <p:cNvSpPr>
            <a:spLocks xmlns:a="http://schemas.openxmlformats.org/drawingml/2006/main" noGrp="1"/>
          </p:cNvSpPr>
          <p:nvPr/>
        </p:nvSpPr>
        <p:spPr>
          <a:xfrm xmlns:a="http://schemas.openxmlformats.org/drawingml/2006/main">
            <a:off x="8572500" y="2266950"/>
            <a:ext cx="20383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750" b="1">
                <a:solidFill>
                  <a:srgbClr val="A8A195"/>
                </a:solidFill>
                <a:latin typeface="Aptos"/>
                <a:ea typeface="Aptos"/>
                <a:cs typeface="Aptos"/>
              </a:defRPr>
            </a:pPr>
            <a:r>
              <a:rPr sz="750" b="1">
                <a:solidFill>
                  <a:srgbClr val="A8A195"/>
                </a:solidFill>
                <a:latin typeface="Aptos"/>
                <a:ea typeface="Aptos"/>
                <a:cs typeface="Aptos"/>
              </a:rPr>
              <a:t>SCALE PATH</a:t>
            </a:r>
          </a:p>
        </p:txBody>
      </p:sp>
      <p:sp>
        <p:nvSpPr>
          <p:cNvPr id="53" name="">
            <a:extLst xmlns:a="http://schemas.openxmlformats.org/drawingml/2006/main">
              <a:ext uri="{FF2B5EF4-FFF2-40B4-BE49-F238E27FC236}">
                <a16:creationId xmlns:a16="http://schemas.microsoft.com/office/drawing/2014/main" id="{7B25C561-CD65-42A1-BF0E-4ED9C66D211E}"/>
              </a:ext>
            </a:extLst>
          </p:cNvPr>
          <p:cNvSpPr>
            <a:spLocks xmlns:a="http://schemas.openxmlformats.org/drawingml/2006/main" noGrp="1"/>
          </p:cNvSpPr>
          <p:nvPr/>
        </p:nvSpPr>
        <p:spPr>
          <a:xfrm xmlns:a="http://schemas.openxmlformats.org/drawingml/2006/main">
            <a:off x="8572500" y="2495550"/>
            <a:ext cx="203835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550" b="1">
                <a:solidFill>
                  <a:srgbClr val="EDE6D8"/>
                </a:solidFill>
                <a:latin typeface="Georgia"/>
                <a:ea typeface="Georgia"/>
                <a:cs typeface="Georgia"/>
              </a:defRPr>
            </a:pPr>
            <a:r>
              <a:rPr sz="2550" b="1">
                <a:solidFill>
                  <a:srgbClr val="EDE6D8"/>
                </a:solidFill>
                <a:latin typeface="Georgia"/>
                <a:ea typeface="Georgia"/>
                <a:cs typeface="Georgia"/>
              </a:rPr>
              <a:t>Real-time</a:t>
            </a:r>
          </a:p>
        </p:txBody>
      </p:sp>
      <p:sp>
        <p:nvSpPr>
          <p:cNvPr id="54" name="">
            <a:extLst xmlns:a="http://schemas.openxmlformats.org/drawingml/2006/main">
              <a:ext uri="{FF2B5EF4-FFF2-40B4-BE49-F238E27FC236}">
                <a16:creationId xmlns:a16="http://schemas.microsoft.com/office/drawing/2014/main" id="{BBF990B2-5E36-44FB-866F-E2F799786DE8}"/>
              </a:ext>
            </a:extLst>
          </p:cNvPr>
          <p:cNvSpPr>
            <a:spLocks xmlns:a="http://schemas.openxmlformats.org/drawingml/2006/main" noGrp="1"/>
          </p:cNvSpPr>
          <p:nvPr/>
        </p:nvSpPr>
        <p:spPr>
          <a:xfrm xmlns:a="http://schemas.openxmlformats.org/drawingml/2006/main">
            <a:off x="8572500" y="2933700"/>
            <a:ext cx="20383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0">
                <a:solidFill>
                  <a:srgbClr val="A8A195"/>
                </a:solidFill>
                <a:latin typeface="Aptos"/>
                <a:ea typeface="Aptos"/>
                <a:cs typeface="Aptos"/>
              </a:defRPr>
            </a:pPr>
            <a:r>
              <a:rPr sz="900" b="0">
                <a:solidFill>
                  <a:srgbClr val="A8A195"/>
                </a:solidFill>
                <a:latin typeface="Aptos"/>
                <a:ea typeface="Aptos"/>
                <a:cs typeface="Aptos"/>
              </a:rPr>
              <a:t>feeds can be attached later</a:t>
            </a:r>
          </a:p>
        </p:txBody>
      </p:sp>
      <p:sp>
        <p:nvSpPr>
          <p:cNvPr id="55" name="">
            <a:extLst xmlns:a="http://schemas.openxmlformats.org/drawingml/2006/main">
              <a:ext uri="{FF2B5EF4-FFF2-40B4-BE49-F238E27FC236}">
                <a16:creationId xmlns:a16="http://schemas.microsoft.com/office/drawing/2014/main" id="{BF459924-DBB7-48E6-9572-7D44AB172B22}"/>
              </a:ext>
            </a:extLst>
          </p:cNvPr>
          <p:cNvSpPr>
            <a:spLocks xmlns:a="http://schemas.openxmlformats.org/drawingml/2006/main" noGrp="1"/>
          </p:cNvSpPr>
          <p:nvPr/>
        </p:nvSpPr>
        <p:spPr>
          <a:xfrm xmlns:a="http://schemas.openxmlformats.org/drawingml/2006/main">
            <a:off x="685800" y="3943350"/>
            <a:ext cx="4762500" cy="1143000"/>
          </a:xfrm>
          <a:prstGeom xmlns:a="http://schemas.openxmlformats.org/drawingml/2006/main" prst="rect">
            <a:avLst/>
          </a:prstGeom>
          <a:solidFill xmlns:a="http://schemas.openxmlformats.org/drawingml/2006/main">
            <a:srgbClr val="EDE6D8">
              <a:alpha val="5500"/>
            </a:srgbClr>
          </a:solidFill>
        </p:spPr>
      </p:sp>
      <p:sp>
        <p:nvSpPr>
          <p:cNvPr id="56" name="">
            <a:extLst xmlns:a="http://schemas.openxmlformats.org/drawingml/2006/main">
              <a:ext uri="{FF2B5EF4-FFF2-40B4-BE49-F238E27FC236}">
                <a16:creationId xmlns:a16="http://schemas.microsoft.com/office/drawing/2014/main" id="{44BD3175-30A5-4D3F-868C-9BE1CC4EA396}"/>
              </a:ext>
            </a:extLst>
          </p:cNvPr>
          <p:cNvSpPr>
            <a:spLocks xmlns:a="http://schemas.openxmlformats.org/drawingml/2006/main" noGrp="1"/>
          </p:cNvSpPr>
          <p:nvPr/>
        </p:nvSpPr>
        <p:spPr>
          <a:xfrm xmlns:a="http://schemas.openxmlformats.org/drawingml/2006/main">
            <a:off x="685800" y="3943350"/>
            <a:ext cx="38100" cy="1143000"/>
          </a:xfrm>
          <a:prstGeom xmlns:a="http://schemas.openxmlformats.org/drawingml/2006/main" prst="rect">
            <a:avLst/>
          </a:prstGeom>
          <a:solidFill xmlns:a="http://schemas.openxmlformats.org/drawingml/2006/main">
            <a:srgbClr val="6AA6B8"/>
          </a:solidFill>
        </p:spPr>
      </p:sp>
      <p:sp>
        <p:nvSpPr>
          <p:cNvPr id="57" name="">
            <a:extLst xmlns:a="http://schemas.openxmlformats.org/drawingml/2006/main">
              <a:ext uri="{FF2B5EF4-FFF2-40B4-BE49-F238E27FC236}">
                <a16:creationId xmlns:a16="http://schemas.microsoft.com/office/drawing/2014/main" id="{9605A88A-646F-4ED6-92A3-68E430772CF0}"/>
              </a:ext>
            </a:extLst>
          </p:cNvPr>
          <p:cNvSpPr>
            <a:spLocks xmlns:a="http://schemas.openxmlformats.org/drawingml/2006/main" noGrp="1"/>
          </p:cNvSpPr>
          <p:nvPr/>
        </p:nvSpPr>
        <p:spPr>
          <a:xfrm xmlns:a="http://schemas.openxmlformats.org/drawingml/2006/main">
            <a:off x="857250" y="4114800"/>
            <a:ext cx="44196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Human approval stays central</a:t>
            </a:r>
          </a:p>
        </p:txBody>
      </p:sp>
      <p:sp>
        <p:nvSpPr>
          <p:cNvPr id="58" name="">
            <a:extLst xmlns:a="http://schemas.openxmlformats.org/drawingml/2006/main">
              <a:ext uri="{FF2B5EF4-FFF2-40B4-BE49-F238E27FC236}">
                <a16:creationId xmlns:a16="http://schemas.microsoft.com/office/drawing/2014/main" id="{3F230483-8B33-4B3C-B6D9-98DD85DE43A4}"/>
              </a:ext>
            </a:extLst>
          </p:cNvPr>
          <p:cNvSpPr>
            <a:spLocks xmlns:a="http://schemas.openxmlformats.org/drawingml/2006/main" noGrp="1"/>
          </p:cNvSpPr>
          <p:nvPr/>
        </p:nvSpPr>
        <p:spPr>
          <a:xfrm xmlns:a="http://schemas.openxmlformats.org/drawingml/2006/main">
            <a:off x="857250" y="4457700"/>
            <a:ext cx="44196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The AI-assisted briefing explains operational pressure and recommended redeployment, but the authorized officer makes dispatch decisions.</a:t>
            </a:r>
          </a:p>
        </p:txBody>
      </p:sp>
      <p:sp>
        <p:nvSpPr>
          <p:cNvPr id="59" name="">
            <a:extLst xmlns:a="http://schemas.openxmlformats.org/drawingml/2006/main">
              <a:ext uri="{FF2B5EF4-FFF2-40B4-BE49-F238E27FC236}">
                <a16:creationId xmlns:a16="http://schemas.microsoft.com/office/drawing/2014/main" id="{8F2BF695-5E2C-44C0-AF19-CFCFCAF3CA5A}"/>
              </a:ext>
            </a:extLst>
          </p:cNvPr>
          <p:cNvSpPr>
            <a:spLocks xmlns:a="http://schemas.openxmlformats.org/drawingml/2006/main" noGrp="1"/>
          </p:cNvSpPr>
          <p:nvPr/>
        </p:nvSpPr>
        <p:spPr>
          <a:xfrm xmlns:a="http://schemas.openxmlformats.org/drawingml/2006/main">
            <a:off x="5829300" y="3943350"/>
            <a:ext cx="4953000" cy="1143000"/>
          </a:xfrm>
          <a:prstGeom xmlns:a="http://schemas.openxmlformats.org/drawingml/2006/main" prst="rect">
            <a:avLst/>
          </a:prstGeom>
          <a:solidFill xmlns:a="http://schemas.openxmlformats.org/drawingml/2006/main">
            <a:srgbClr val="EDE6D8">
              <a:alpha val="5500"/>
            </a:srgbClr>
          </a:solidFill>
        </p:spPr>
      </p:sp>
      <p:sp>
        <p:nvSpPr>
          <p:cNvPr id="60" name="">
            <a:extLst xmlns:a="http://schemas.openxmlformats.org/drawingml/2006/main">
              <a:ext uri="{FF2B5EF4-FFF2-40B4-BE49-F238E27FC236}">
                <a16:creationId xmlns:a16="http://schemas.microsoft.com/office/drawing/2014/main" id="{EAF7AEFC-BCA0-4920-BEA6-176A5551FB06}"/>
              </a:ext>
            </a:extLst>
          </p:cNvPr>
          <p:cNvSpPr>
            <a:spLocks xmlns:a="http://schemas.openxmlformats.org/drawingml/2006/main" noGrp="1"/>
          </p:cNvSpPr>
          <p:nvPr/>
        </p:nvSpPr>
        <p:spPr>
          <a:xfrm xmlns:a="http://schemas.openxmlformats.org/drawingml/2006/main">
            <a:off x="5829300" y="3943350"/>
            <a:ext cx="38100" cy="1143000"/>
          </a:xfrm>
          <a:prstGeom xmlns:a="http://schemas.openxmlformats.org/drawingml/2006/main" prst="rect">
            <a:avLst/>
          </a:prstGeom>
          <a:solidFill xmlns:a="http://schemas.openxmlformats.org/drawingml/2006/main">
            <a:srgbClr val="80A86B"/>
          </a:solidFill>
        </p:spPr>
      </p:sp>
      <p:sp>
        <p:nvSpPr>
          <p:cNvPr id="61" name="">
            <a:extLst xmlns:a="http://schemas.openxmlformats.org/drawingml/2006/main">
              <a:ext uri="{FF2B5EF4-FFF2-40B4-BE49-F238E27FC236}">
                <a16:creationId xmlns:a16="http://schemas.microsoft.com/office/drawing/2014/main" id="{0052D2FE-02DC-42ED-B519-DA412637F671}"/>
              </a:ext>
            </a:extLst>
          </p:cNvPr>
          <p:cNvSpPr>
            <a:spLocks xmlns:a="http://schemas.openxmlformats.org/drawingml/2006/main" noGrp="1"/>
          </p:cNvSpPr>
          <p:nvPr/>
        </p:nvSpPr>
        <p:spPr>
          <a:xfrm xmlns:a="http://schemas.openxmlformats.org/drawingml/2006/main">
            <a:off x="6000750" y="4114800"/>
            <a:ext cx="46101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Built for Indian field conditions</a:t>
            </a:r>
          </a:p>
        </p:txBody>
      </p:sp>
      <p:sp>
        <p:nvSpPr>
          <p:cNvPr id="62" name="">
            <a:extLst xmlns:a="http://schemas.openxmlformats.org/drawingml/2006/main">
              <a:ext uri="{FF2B5EF4-FFF2-40B4-BE49-F238E27FC236}">
                <a16:creationId xmlns:a16="http://schemas.microsoft.com/office/drawing/2014/main" id="{0306E5FD-2F0E-42BD-9AC4-38BAC52CA696}"/>
              </a:ext>
            </a:extLst>
          </p:cNvPr>
          <p:cNvSpPr>
            <a:spLocks xmlns:a="http://schemas.openxmlformats.org/drawingml/2006/main" noGrp="1"/>
          </p:cNvSpPr>
          <p:nvPr/>
        </p:nvSpPr>
        <p:spPr>
          <a:xfrm xmlns:a="http://schemas.openxmlformats.org/drawingml/2006/main">
            <a:off x="6000750" y="4457700"/>
            <a:ext cx="46101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Short language, exportable handover, offline-friendly demo path, and map-like sector cards avoid fragile presentation-only interfaces.</a:t>
            </a:r>
          </a:p>
        </p:txBody>
      </p:sp>
    </p:spTree>
    <p:extLst>
      <p:ext uri="{BB962C8B-B14F-4D97-AF65-F5344CB8AC3E}">
        <p14:creationId xmlns:p14="http://schemas.microsoft.com/office/powerpoint/2010/main" val="1769689625"/>
      </p:ext>
    </p:extLst>
  </p:cSld>
</p:sld>
</file>

<file path=ppt/slides/slide7.xml><?xml version="1.0" encoding="utf-8"?>
<p:sld xmlns:p="http://schemas.openxmlformats.org/presentationml/2006/main">
  <p:cSld>
    <p:bg>
      <p:bgPr>
        <a:solidFill xmlns:a="http://schemas.openxmlformats.org/drawingml/2006/main">
          <a:srgbClr val="101214"/>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E43E6C-8EB9-443C-A233-909CF9F02F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214"/>
          </a:solidFill>
        </p:spPr>
      </p:sp>
      <p:sp>
        <p:nvSpPr>
          <p:cNvPr id="2" name="">
            <a:extLst xmlns:a="http://schemas.openxmlformats.org/drawingml/2006/main">
              <a:ext uri="{FF2B5EF4-FFF2-40B4-BE49-F238E27FC236}">
                <a16:creationId xmlns:a16="http://schemas.microsoft.com/office/drawing/2014/main" id="{98ED1EFE-675B-4334-AF16-C67E310F3957}"/>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p:spPr>
      </p:sp>
      <p:sp>
        <p:nvSpPr>
          <p:cNvPr id="3" name="">
            <a:extLst xmlns:a="http://schemas.openxmlformats.org/drawingml/2006/main">
              <a:ext uri="{FF2B5EF4-FFF2-40B4-BE49-F238E27FC236}">
                <a16:creationId xmlns:a16="http://schemas.microsoft.com/office/drawing/2014/main" id="{CB4681D6-05E4-48FF-959D-60BE76010B7D}"/>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p:spPr>
      </p:sp>
      <p:sp>
        <p:nvSpPr>
          <p:cNvPr id="4" name="">
            <a:extLst xmlns:a="http://schemas.openxmlformats.org/drawingml/2006/main">
              <a:ext uri="{FF2B5EF4-FFF2-40B4-BE49-F238E27FC236}">
                <a16:creationId xmlns:a16="http://schemas.microsoft.com/office/drawing/2014/main" id="{46FBACDB-7C39-4024-864A-94877E744378}"/>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p:spPr>
      </p:sp>
      <p:sp>
        <p:nvSpPr>
          <p:cNvPr id="5" name="">
            <a:extLst xmlns:a="http://schemas.openxmlformats.org/drawingml/2006/main">
              <a:ext uri="{FF2B5EF4-FFF2-40B4-BE49-F238E27FC236}">
                <a16:creationId xmlns:a16="http://schemas.microsoft.com/office/drawing/2014/main" id="{57847659-CE0F-4925-8517-B1CCF4BD6FCF}"/>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p:spPr>
      </p:sp>
      <p:sp>
        <p:nvSpPr>
          <p:cNvPr id="6" name="">
            <a:extLst xmlns:a="http://schemas.openxmlformats.org/drawingml/2006/main">
              <a:ext uri="{FF2B5EF4-FFF2-40B4-BE49-F238E27FC236}">
                <a16:creationId xmlns:a16="http://schemas.microsoft.com/office/drawing/2014/main" id="{141D2033-C5B5-4B4D-8460-4CB29D1E64C9}"/>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p:spPr>
      </p:sp>
      <p:sp>
        <p:nvSpPr>
          <p:cNvPr id="7" name="">
            <a:extLst xmlns:a="http://schemas.openxmlformats.org/drawingml/2006/main">
              <a:ext uri="{FF2B5EF4-FFF2-40B4-BE49-F238E27FC236}">
                <a16:creationId xmlns:a16="http://schemas.microsoft.com/office/drawing/2014/main" id="{395373D9-8DBF-4823-A21B-3DA9926212D3}"/>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p:spPr>
      </p:sp>
      <p:sp>
        <p:nvSpPr>
          <p:cNvPr id="8" name="">
            <a:extLst xmlns:a="http://schemas.openxmlformats.org/drawingml/2006/main">
              <a:ext uri="{FF2B5EF4-FFF2-40B4-BE49-F238E27FC236}">
                <a16:creationId xmlns:a16="http://schemas.microsoft.com/office/drawing/2014/main" id="{2EDF3A94-A6F9-488F-8F7A-D0A2B8BFE202}"/>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p:spPr>
      </p:sp>
      <p:sp>
        <p:nvSpPr>
          <p:cNvPr id="9" name="">
            <a:extLst xmlns:a="http://schemas.openxmlformats.org/drawingml/2006/main">
              <a:ext uri="{FF2B5EF4-FFF2-40B4-BE49-F238E27FC236}">
                <a16:creationId xmlns:a16="http://schemas.microsoft.com/office/drawing/2014/main" id="{41108D56-9FC7-4C8E-BE95-EC10DF1D7842}"/>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p:spPr>
      </p:sp>
      <p:sp>
        <p:nvSpPr>
          <p:cNvPr id="10" name="">
            <a:extLst xmlns:a="http://schemas.openxmlformats.org/drawingml/2006/main">
              <a:ext uri="{FF2B5EF4-FFF2-40B4-BE49-F238E27FC236}">
                <a16:creationId xmlns:a16="http://schemas.microsoft.com/office/drawing/2014/main" id="{971EC754-5241-40E8-BF0F-1DA1C0428206}"/>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p:spPr>
      </p:sp>
      <p:sp>
        <p:nvSpPr>
          <p:cNvPr id="11" name="">
            <a:extLst xmlns:a="http://schemas.openxmlformats.org/drawingml/2006/main">
              <a:ext uri="{FF2B5EF4-FFF2-40B4-BE49-F238E27FC236}">
                <a16:creationId xmlns:a16="http://schemas.microsoft.com/office/drawing/2014/main" id="{C047FA16-8107-4686-BB61-252CEE314C48}"/>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p:spPr>
      </p:sp>
      <p:sp>
        <p:nvSpPr>
          <p:cNvPr id="12" name="">
            <a:extLst xmlns:a="http://schemas.openxmlformats.org/drawingml/2006/main">
              <a:ext uri="{FF2B5EF4-FFF2-40B4-BE49-F238E27FC236}">
                <a16:creationId xmlns:a16="http://schemas.microsoft.com/office/drawing/2014/main" id="{EB55999D-B0E1-4FAD-B239-C293C0CAE43C}"/>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p:spPr>
      </p:sp>
      <p:sp>
        <p:nvSpPr>
          <p:cNvPr id="13" name="">
            <a:extLst xmlns:a="http://schemas.openxmlformats.org/drawingml/2006/main">
              <a:ext uri="{FF2B5EF4-FFF2-40B4-BE49-F238E27FC236}">
                <a16:creationId xmlns:a16="http://schemas.microsoft.com/office/drawing/2014/main" id="{30692269-C11F-4BEE-B3BD-27AC4D5A9133}"/>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p:spPr>
      </p:sp>
      <p:sp>
        <p:nvSpPr>
          <p:cNvPr id="14" name="">
            <a:extLst xmlns:a="http://schemas.openxmlformats.org/drawingml/2006/main">
              <a:ext uri="{FF2B5EF4-FFF2-40B4-BE49-F238E27FC236}">
                <a16:creationId xmlns:a16="http://schemas.microsoft.com/office/drawing/2014/main" id="{8FD2DB37-E19B-4358-82D9-7BF333E6C4A0}"/>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p:spPr>
      </p:sp>
      <p:sp>
        <p:nvSpPr>
          <p:cNvPr id="15" name="">
            <a:extLst xmlns:a="http://schemas.openxmlformats.org/drawingml/2006/main">
              <a:ext uri="{FF2B5EF4-FFF2-40B4-BE49-F238E27FC236}">
                <a16:creationId xmlns:a16="http://schemas.microsoft.com/office/drawing/2014/main" id="{EFCDE2F5-56B0-4713-BE5D-D748BB62D116}"/>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p:spPr>
      </p:sp>
      <p:sp>
        <p:nvSpPr>
          <p:cNvPr id="16" name="">
            <a:extLst xmlns:a="http://schemas.openxmlformats.org/drawingml/2006/main">
              <a:ext uri="{FF2B5EF4-FFF2-40B4-BE49-F238E27FC236}">
                <a16:creationId xmlns:a16="http://schemas.microsoft.com/office/drawing/2014/main" id="{DB8B6534-0AAA-42A0-814C-DE2805D138D1}"/>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p:spPr>
      </p:sp>
      <p:sp>
        <p:nvSpPr>
          <p:cNvPr id="17" name="">
            <a:extLst xmlns:a="http://schemas.openxmlformats.org/drawingml/2006/main">
              <a:ext uri="{FF2B5EF4-FFF2-40B4-BE49-F238E27FC236}">
                <a16:creationId xmlns:a16="http://schemas.microsoft.com/office/drawing/2014/main" id="{FB529988-905F-409D-992C-F7D4D0348620}"/>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p:spPr>
      </p:sp>
      <p:sp>
        <p:nvSpPr>
          <p:cNvPr id="18" name="">
            <a:extLst xmlns:a="http://schemas.openxmlformats.org/drawingml/2006/main">
              <a:ext uri="{FF2B5EF4-FFF2-40B4-BE49-F238E27FC236}">
                <a16:creationId xmlns:a16="http://schemas.microsoft.com/office/drawing/2014/main" id="{A84F3B5C-BEC1-4D01-B6D0-04EB9E9A524D}"/>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p:spPr>
      </p:sp>
      <p:sp>
        <p:nvSpPr>
          <p:cNvPr id="19" name="">
            <a:extLst xmlns:a="http://schemas.openxmlformats.org/drawingml/2006/main">
              <a:ext uri="{FF2B5EF4-FFF2-40B4-BE49-F238E27FC236}">
                <a16:creationId xmlns:a16="http://schemas.microsoft.com/office/drawing/2014/main" id="{B6D1ED97-DEB1-4CC1-8394-6E2CDC46AC7F}"/>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p:spPr>
      </p:sp>
      <p:sp>
        <p:nvSpPr>
          <p:cNvPr id="20" name="">
            <a:extLst xmlns:a="http://schemas.openxmlformats.org/drawingml/2006/main">
              <a:ext uri="{FF2B5EF4-FFF2-40B4-BE49-F238E27FC236}">
                <a16:creationId xmlns:a16="http://schemas.microsoft.com/office/drawing/2014/main" id="{AE912D75-7E16-49DD-A13C-2A68503C2026}"/>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p:spPr>
      </p:sp>
      <p:sp>
        <p:nvSpPr>
          <p:cNvPr id="21" name="">
            <a:extLst xmlns:a="http://schemas.openxmlformats.org/drawingml/2006/main">
              <a:ext uri="{FF2B5EF4-FFF2-40B4-BE49-F238E27FC236}">
                <a16:creationId xmlns:a16="http://schemas.microsoft.com/office/drawing/2014/main" id="{A1F89296-33D7-42B0-B63C-9F1BADCA224D}"/>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p:spPr>
      </p:sp>
      <p:sp>
        <p:nvSpPr>
          <p:cNvPr id="22" name="">
            <a:extLst xmlns:a="http://schemas.openxmlformats.org/drawingml/2006/main">
              <a:ext uri="{FF2B5EF4-FFF2-40B4-BE49-F238E27FC236}">
                <a16:creationId xmlns:a16="http://schemas.microsoft.com/office/drawing/2014/main" id="{67B210FC-FD17-4D3A-BD0C-F24C39EB8B3D}"/>
              </a:ext>
            </a:extLst>
          </p:cNvPr>
          <p:cNvSpPr>
            <a:spLocks xmlns:a="http://schemas.openxmlformats.org/drawingml/2006/main" noGrp="1"/>
          </p:cNvSpPr>
          <p:nvPr/>
        </p:nvSpPr>
        <p:spPr>
          <a:xfrm xmlns:a="http://schemas.openxmlformats.org/drawingml/2006/main">
            <a:off x="12192000" y="0"/>
            <a:ext cx="0" cy="6858000"/>
          </a:xfrm>
          <a:prstGeom xmlns:a="http://schemas.openxmlformats.org/drawingml/2006/main" prst="line">
            <a:avLst/>
          </a:prstGeom>
          <a:noFill xmlns:a="http://schemas.openxmlformats.org/drawingml/2006/main"/>
        </p:spPr>
      </p:sp>
      <p:sp>
        <p:nvSpPr>
          <p:cNvPr id="23" name="">
            <a:extLst xmlns:a="http://schemas.openxmlformats.org/drawingml/2006/main">
              <a:ext uri="{FF2B5EF4-FFF2-40B4-BE49-F238E27FC236}">
                <a16:creationId xmlns:a16="http://schemas.microsoft.com/office/drawing/2014/main" id="{34178895-FE1D-435F-8C08-52FC8CD04113}"/>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p:spPr>
      </p:sp>
      <p:sp>
        <p:nvSpPr>
          <p:cNvPr id="24" name="">
            <a:extLst xmlns:a="http://schemas.openxmlformats.org/drawingml/2006/main">
              <a:ext uri="{FF2B5EF4-FFF2-40B4-BE49-F238E27FC236}">
                <a16:creationId xmlns:a16="http://schemas.microsoft.com/office/drawing/2014/main" id="{C2AF6CD2-BE8F-490D-AEC3-105CA126C7B9}"/>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p:spPr>
      </p:sp>
      <p:sp>
        <p:nvSpPr>
          <p:cNvPr id="25" name="">
            <a:extLst xmlns:a="http://schemas.openxmlformats.org/drawingml/2006/main">
              <a:ext uri="{FF2B5EF4-FFF2-40B4-BE49-F238E27FC236}">
                <a16:creationId xmlns:a16="http://schemas.microsoft.com/office/drawing/2014/main" id="{07EF6400-E922-4125-8AD1-55C886203E52}"/>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p:spPr>
      </p:sp>
      <p:sp>
        <p:nvSpPr>
          <p:cNvPr id="26" name="">
            <a:extLst xmlns:a="http://schemas.openxmlformats.org/drawingml/2006/main">
              <a:ext uri="{FF2B5EF4-FFF2-40B4-BE49-F238E27FC236}">
                <a16:creationId xmlns:a16="http://schemas.microsoft.com/office/drawing/2014/main" id="{75AB4EAA-0660-4373-ADD4-57EE851EDDDB}"/>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p:spPr>
      </p:sp>
      <p:sp>
        <p:nvSpPr>
          <p:cNvPr id="27" name="">
            <a:extLst xmlns:a="http://schemas.openxmlformats.org/drawingml/2006/main">
              <a:ext uri="{FF2B5EF4-FFF2-40B4-BE49-F238E27FC236}">
                <a16:creationId xmlns:a16="http://schemas.microsoft.com/office/drawing/2014/main" id="{3B36B269-6BF0-4B74-AD23-3C69BE291DC4}"/>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p:spPr>
      </p:sp>
      <p:sp>
        <p:nvSpPr>
          <p:cNvPr id="28" name="">
            <a:extLst xmlns:a="http://schemas.openxmlformats.org/drawingml/2006/main">
              <a:ext uri="{FF2B5EF4-FFF2-40B4-BE49-F238E27FC236}">
                <a16:creationId xmlns:a16="http://schemas.microsoft.com/office/drawing/2014/main" id="{AB07E322-35D1-4804-8558-8E529A4CBEF9}"/>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p:spPr>
      </p:sp>
      <p:sp>
        <p:nvSpPr>
          <p:cNvPr id="29" name="">
            <a:extLst xmlns:a="http://schemas.openxmlformats.org/drawingml/2006/main">
              <a:ext uri="{FF2B5EF4-FFF2-40B4-BE49-F238E27FC236}">
                <a16:creationId xmlns:a16="http://schemas.microsoft.com/office/drawing/2014/main" id="{FC595ECE-E324-412B-B0BD-29C6E52592B1}"/>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p:spPr>
      </p:sp>
      <p:sp>
        <p:nvSpPr>
          <p:cNvPr id="30" name="">
            <a:extLst xmlns:a="http://schemas.openxmlformats.org/drawingml/2006/main">
              <a:ext uri="{FF2B5EF4-FFF2-40B4-BE49-F238E27FC236}">
                <a16:creationId xmlns:a16="http://schemas.microsoft.com/office/drawing/2014/main" id="{5DEFD98F-0374-4296-8DA4-7A2FDD17C94C}"/>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p:spPr>
      </p:sp>
      <p:sp>
        <p:nvSpPr>
          <p:cNvPr id="31" name="">
            <a:extLst xmlns:a="http://schemas.openxmlformats.org/drawingml/2006/main">
              <a:ext uri="{FF2B5EF4-FFF2-40B4-BE49-F238E27FC236}">
                <a16:creationId xmlns:a16="http://schemas.microsoft.com/office/drawing/2014/main" id="{F4A882B1-BCEB-4EF7-8B7F-7B5EB7107B07}"/>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p:spPr>
      </p:sp>
      <p:sp>
        <p:nvSpPr>
          <p:cNvPr id="32" name="">
            <a:extLst xmlns:a="http://schemas.openxmlformats.org/drawingml/2006/main">
              <a:ext uri="{FF2B5EF4-FFF2-40B4-BE49-F238E27FC236}">
                <a16:creationId xmlns:a16="http://schemas.microsoft.com/office/drawing/2014/main" id="{A0B3F65D-1066-4ABB-BF28-8E86D7FF7C07}"/>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p:spPr>
      </p:sp>
      <p:sp>
        <p:nvSpPr>
          <p:cNvPr id="33" name="">
            <a:extLst xmlns:a="http://schemas.openxmlformats.org/drawingml/2006/main">
              <a:ext uri="{FF2B5EF4-FFF2-40B4-BE49-F238E27FC236}">
                <a16:creationId xmlns:a16="http://schemas.microsoft.com/office/drawing/2014/main" id="{99D96073-6383-4908-9A6B-C00DB86BE98C}"/>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p:spPr>
      </p:sp>
      <p:sp>
        <p:nvSpPr>
          <p:cNvPr id="34" name="">
            <a:extLst xmlns:a="http://schemas.openxmlformats.org/drawingml/2006/main">
              <a:ext uri="{FF2B5EF4-FFF2-40B4-BE49-F238E27FC236}">
                <a16:creationId xmlns:a16="http://schemas.microsoft.com/office/drawing/2014/main" id="{6F582D46-8C90-47A1-A8B0-AC34F4F566DC}"/>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p:spPr>
      </p:sp>
      <p:sp>
        <p:nvSpPr>
          <p:cNvPr id="35" name="">
            <a:extLst xmlns:a="http://schemas.openxmlformats.org/drawingml/2006/main">
              <a:ext uri="{FF2B5EF4-FFF2-40B4-BE49-F238E27FC236}">
                <a16:creationId xmlns:a16="http://schemas.microsoft.com/office/drawing/2014/main" id="{52FB2F79-C116-4E9C-AB71-73DE0A56CF76}"/>
              </a:ext>
            </a:extLst>
          </p:cNvPr>
          <p:cNvSpPr>
            <a:spLocks xmlns:a="http://schemas.openxmlformats.org/drawingml/2006/main" noGrp="1"/>
          </p:cNvSpPr>
          <p:nvPr/>
        </p:nvSpPr>
        <p:spPr>
          <a:xfrm xmlns:a="http://schemas.openxmlformats.org/drawingml/2006/main">
            <a:off x="685800" y="381000"/>
            <a:ext cx="3429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900" b="1">
                <a:solidFill>
                  <a:srgbClr val="6AA6B8"/>
                </a:solidFill>
                <a:latin typeface="Aptos"/>
                <a:ea typeface="Aptos"/>
                <a:cs typeface="Aptos"/>
              </a:defRPr>
            </a:pPr>
            <a:r>
              <a:rPr sz="900" b="1">
                <a:solidFill>
                  <a:srgbClr val="6AA6B8"/>
                </a:solidFill>
                <a:latin typeface="Aptos"/>
                <a:ea typeface="Aptos"/>
                <a:cs typeface="Aptos"/>
              </a:rPr>
              <a:t>SANGAM SETU / MAHAKUMBH 2028</a:t>
            </a:r>
          </a:p>
        </p:txBody>
      </p:sp>
      <p:sp>
        <p:nvSpPr>
          <p:cNvPr id="36" name="">
            <a:extLst xmlns:a="http://schemas.openxmlformats.org/drawingml/2006/main">
              <a:ext uri="{FF2B5EF4-FFF2-40B4-BE49-F238E27FC236}">
                <a16:creationId xmlns:a16="http://schemas.microsoft.com/office/drawing/2014/main" id="{A3911DE1-7BE4-44B7-9E00-73D2436BAA17}"/>
              </a:ext>
            </a:extLst>
          </p:cNvPr>
          <p:cNvSpPr>
            <a:spLocks xmlns:a="http://schemas.openxmlformats.org/drawingml/2006/main" noGrp="1"/>
          </p:cNvSpPr>
          <p:nvPr/>
        </p:nvSpPr>
        <p:spPr>
          <a:xfrm xmlns:a="http://schemas.openxmlformats.org/drawingml/2006/main">
            <a:off x="11315700" y="381000"/>
            <a:ext cx="571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r">
              <a:defRPr sz="900" b="0">
                <a:solidFill>
                  <a:srgbClr val="A8A195"/>
                </a:solidFill>
                <a:latin typeface="Aptos"/>
                <a:ea typeface="Aptos"/>
                <a:cs typeface="Aptos"/>
              </a:defRPr>
            </a:pPr>
            <a:r>
              <a:rPr sz="900" b="0">
                <a:solidFill>
                  <a:srgbClr val="A8A195"/>
                </a:solidFill>
                <a:latin typeface="Aptos"/>
                <a:ea typeface="Aptos"/>
                <a:cs typeface="Aptos"/>
              </a:rPr>
              <a:t>07</a:t>
            </a:r>
          </a:p>
        </p:txBody>
      </p:sp>
      <p:sp>
        <p:nvSpPr>
          <p:cNvPr id="37" name="">
            <a:extLst xmlns:a="http://schemas.openxmlformats.org/drawingml/2006/main">
              <a:ext uri="{FF2B5EF4-FFF2-40B4-BE49-F238E27FC236}">
                <a16:creationId xmlns:a16="http://schemas.microsoft.com/office/drawing/2014/main" id="{6E0E5894-7393-465D-9CA6-B990139BEFB9}"/>
              </a:ext>
            </a:extLst>
          </p:cNvPr>
          <p:cNvSpPr>
            <a:spLocks xmlns:a="http://schemas.openxmlformats.org/drawingml/2006/main" noGrp="1"/>
          </p:cNvSpPr>
          <p:nvPr/>
        </p:nvSpPr>
        <p:spPr>
          <a:xfrm xmlns:a="http://schemas.openxmlformats.org/drawingml/2006/main">
            <a:off x="685800" y="6362700"/>
            <a:ext cx="11201400" cy="0"/>
          </a:xfrm>
          <a:prstGeom xmlns:a="http://schemas.openxmlformats.org/drawingml/2006/main" prst="line">
            <a:avLst/>
          </a:prstGeom>
          <a:noFill xmlns:a="http://schemas.openxmlformats.org/drawingml/2006/main"/>
        </p:spPr>
      </p:sp>
      <p:sp>
        <p:nvSpPr>
          <p:cNvPr id="38" name="">
            <a:extLst xmlns:a="http://schemas.openxmlformats.org/drawingml/2006/main">
              <a:ext uri="{FF2B5EF4-FFF2-40B4-BE49-F238E27FC236}">
                <a16:creationId xmlns:a16="http://schemas.microsoft.com/office/drawing/2014/main" id="{157EEBE5-497E-4C66-AE17-32F322C1EF6C}"/>
              </a:ext>
            </a:extLst>
          </p:cNvPr>
          <p:cNvSpPr>
            <a:spLocks xmlns:a="http://schemas.openxmlformats.org/drawingml/2006/main" noGrp="1"/>
          </p:cNvSpPr>
          <p:nvPr/>
        </p:nvSpPr>
        <p:spPr>
          <a:xfrm xmlns:a="http://schemas.openxmlformats.org/drawingml/2006/main">
            <a:off x="685800" y="876300"/>
            <a:ext cx="93345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2850" b="1">
                <a:solidFill>
                  <a:srgbClr val="F5EFE3"/>
                </a:solidFill>
                <a:latin typeface="Georgia"/>
                <a:ea typeface="Georgia"/>
                <a:cs typeface="Georgia"/>
              </a:defRPr>
            </a:pPr>
            <a:r>
              <a:rPr sz="2850" b="1">
                <a:solidFill>
                  <a:srgbClr val="F5EFE3"/>
                </a:solidFill>
                <a:latin typeface="Georgia"/>
                <a:ea typeface="Georgia"/>
                <a:cs typeface="Georgia"/>
              </a:rPr>
              <a:t>Roadmap: from Round 2 prototype to deployable command platform.</a:t>
            </a:r>
          </a:p>
        </p:txBody>
      </p:sp>
      <p:sp>
        <p:nvSpPr>
          <p:cNvPr id="39" name="">
            <a:extLst xmlns:a="http://schemas.openxmlformats.org/drawingml/2006/main">
              <a:ext uri="{FF2B5EF4-FFF2-40B4-BE49-F238E27FC236}">
                <a16:creationId xmlns:a16="http://schemas.microsoft.com/office/drawing/2014/main" id="{CAFF450C-567C-4804-BBC8-33A0B2401B83}"/>
              </a:ext>
            </a:extLst>
          </p:cNvPr>
          <p:cNvSpPr>
            <a:spLocks xmlns:a="http://schemas.openxmlformats.org/drawingml/2006/main" noGrp="1"/>
          </p:cNvSpPr>
          <p:nvPr/>
        </p:nvSpPr>
        <p:spPr>
          <a:xfrm xmlns:a="http://schemas.openxmlformats.org/drawingml/2006/main">
            <a:off x="990600" y="2857500"/>
            <a:ext cx="1809750" cy="514350"/>
          </a:xfrm>
          <a:prstGeom xmlns:a="http://schemas.openxmlformats.org/drawingml/2006/main" prst="rect">
            <a:avLst/>
          </a:prstGeom>
          <a:solidFill xmlns:a="http://schemas.openxmlformats.org/drawingml/2006/main">
            <a:srgbClr val="D87A22"/>
          </a:solidFill>
        </p:spPr>
      </p:sp>
      <p:sp>
        <p:nvSpPr>
          <p:cNvPr id="40" name="">
            <a:extLst xmlns:a="http://schemas.openxmlformats.org/drawingml/2006/main">
              <a:ext uri="{FF2B5EF4-FFF2-40B4-BE49-F238E27FC236}">
                <a16:creationId xmlns:a16="http://schemas.microsoft.com/office/drawing/2014/main" id="{7E8DB9F0-EEB1-457B-AE3A-3C96F53F1BEB}"/>
              </a:ext>
            </a:extLst>
          </p:cNvPr>
          <p:cNvSpPr>
            <a:spLocks xmlns:a="http://schemas.openxmlformats.org/drawingml/2006/main" noGrp="1"/>
          </p:cNvSpPr>
          <p:nvPr/>
        </p:nvSpPr>
        <p:spPr>
          <a:xfrm xmlns:a="http://schemas.openxmlformats.org/drawingml/2006/main">
            <a:off x="1162050" y="3028950"/>
            <a:ext cx="14668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200" b="1">
                <a:solidFill>
                  <a:srgbClr val="1A1D20"/>
                </a:solidFill>
                <a:latin typeface="Aptos"/>
                <a:ea typeface="Aptos"/>
                <a:cs typeface="Aptos"/>
              </a:defRPr>
            </a:pPr>
            <a:r>
              <a:rPr sz="1200" b="1">
                <a:solidFill>
                  <a:srgbClr val="1A1D20"/>
                </a:solidFill>
                <a:latin typeface="Aptos"/>
                <a:ea typeface="Aptos"/>
                <a:cs typeface="Aptos"/>
              </a:rPr>
              <a:t>Round 2</a:t>
            </a:r>
          </a:p>
        </p:txBody>
      </p:sp>
      <p:sp>
        <p:nvSpPr>
          <p:cNvPr id="41" name="">
            <a:extLst xmlns:a="http://schemas.openxmlformats.org/drawingml/2006/main">
              <a:ext uri="{FF2B5EF4-FFF2-40B4-BE49-F238E27FC236}">
                <a16:creationId xmlns:a16="http://schemas.microsoft.com/office/drawing/2014/main" id="{5CEDCFAA-C69E-466F-9F7C-C7EB5CC7B342}"/>
              </a:ext>
            </a:extLst>
          </p:cNvPr>
          <p:cNvSpPr>
            <a:spLocks xmlns:a="http://schemas.openxmlformats.org/drawingml/2006/main" noGrp="1"/>
          </p:cNvSpPr>
          <p:nvPr/>
        </p:nvSpPr>
        <p:spPr>
          <a:xfrm xmlns:a="http://schemas.openxmlformats.org/drawingml/2006/main">
            <a:off x="2800350" y="3114675"/>
            <a:ext cx="876300" cy="0"/>
          </a:xfrm>
          <a:prstGeom xmlns:a="http://schemas.openxmlformats.org/drawingml/2006/main" prst="line">
            <a:avLst/>
          </a:prstGeom>
          <a:noFill xmlns:a="http://schemas.openxmlformats.org/drawingml/2006/main"/>
        </p:spPr>
      </p:sp>
      <p:sp>
        <p:nvSpPr>
          <p:cNvPr id="42" name="">
            <a:extLst xmlns:a="http://schemas.openxmlformats.org/drawingml/2006/main">
              <a:ext uri="{FF2B5EF4-FFF2-40B4-BE49-F238E27FC236}">
                <a16:creationId xmlns:a16="http://schemas.microsoft.com/office/drawing/2014/main" id="{9E4C3A68-0248-4339-875E-69BD6A38D8C2}"/>
              </a:ext>
            </a:extLst>
          </p:cNvPr>
          <p:cNvSpPr>
            <a:spLocks xmlns:a="http://schemas.openxmlformats.org/drawingml/2006/main" noGrp="1"/>
          </p:cNvSpPr>
          <p:nvPr/>
        </p:nvSpPr>
        <p:spPr>
          <a:xfrm xmlns:a="http://schemas.openxmlformats.org/drawingml/2006/main">
            <a:off x="819150" y="3638550"/>
            <a:ext cx="2152650" cy="1066800"/>
          </a:xfrm>
          <a:prstGeom xmlns:a="http://schemas.openxmlformats.org/drawingml/2006/main" prst="rect">
            <a:avLst/>
          </a:prstGeom>
          <a:solidFill xmlns:a="http://schemas.openxmlformats.org/drawingml/2006/main">
            <a:srgbClr val="EDE6D8">
              <a:alpha val="5500"/>
            </a:srgbClr>
          </a:solidFill>
        </p:spPr>
      </p:sp>
      <p:sp>
        <p:nvSpPr>
          <p:cNvPr id="43" name="">
            <a:extLst xmlns:a="http://schemas.openxmlformats.org/drawingml/2006/main">
              <a:ext uri="{FF2B5EF4-FFF2-40B4-BE49-F238E27FC236}">
                <a16:creationId xmlns:a16="http://schemas.microsoft.com/office/drawing/2014/main" id="{40ED913B-CA58-4FB5-9379-AA70FD94CE9B}"/>
              </a:ext>
            </a:extLst>
          </p:cNvPr>
          <p:cNvSpPr>
            <a:spLocks xmlns:a="http://schemas.openxmlformats.org/drawingml/2006/main" noGrp="1"/>
          </p:cNvSpPr>
          <p:nvPr/>
        </p:nvSpPr>
        <p:spPr>
          <a:xfrm xmlns:a="http://schemas.openxmlformats.org/drawingml/2006/main">
            <a:off x="819150" y="3638550"/>
            <a:ext cx="38100" cy="1066800"/>
          </a:xfrm>
          <a:prstGeom xmlns:a="http://schemas.openxmlformats.org/drawingml/2006/main" prst="rect">
            <a:avLst/>
          </a:prstGeom>
          <a:solidFill xmlns:a="http://schemas.openxmlformats.org/drawingml/2006/main">
            <a:srgbClr val="D87A22"/>
          </a:solidFill>
        </p:spPr>
      </p:sp>
      <p:sp>
        <p:nvSpPr>
          <p:cNvPr id="44" name="">
            <a:extLst xmlns:a="http://schemas.openxmlformats.org/drawingml/2006/main">
              <a:ext uri="{FF2B5EF4-FFF2-40B4-BE49-F238E27FC236}">
                <a16:creationId xmlns:a16="http://schemas.microsoft.com/office/drawing/2014/main" id="{0CEA70CF-A87D-4252-9343-5A3DD2D044DE}"/>
              </a:ext>
            </a:extLst>
          </p:cNvPr>
          <p:cNvSpPr>
            <a:spLocks xmlns:a="http://schemas.openxmlformats.org/drawingml/2006/main" noGrp="1"/>
          </p:cNvSpPr>
          <p:nvPr/>
        </p:nvSpPr>
        <p:spPr>
          <a:xfrm xmlns:a="http://schemas.openxmlformats.org/drawingml/2006/main">
            <a:off x="990600" y="3810000"/>
            <a:ext cx="180975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t/>
            </a:r>
          </a:p>
        </p:txBody>
      </p:sp>
      <p:sp>
        <p:nvSpPr>
          <p:cNvPr id="45" name="">
            <a:extLst xmlns:a="http://schemas.openxmlformats.org/drawingml/2006/main">
              <a:ext uri="{FF2B5EF4-FFF2-40B4-BE49-F238E27FC236}">
                <a16:creationId xmlns:a16="http://schemas.microsoft.com/office/drawing/2014/main" id="{F47126A0-1DF8-4680-8951-0D6475DF3671}"/>
              </a:ext>
            </a:extLst>
          </p:cNvPr>
          <p:cNvSpPr>
            <a:spLocks xmlns:a="http://schemas.openxmlformats.org/drawingml/2006/main" noGrp="1"/>
          </p:cNvSpPr>
          <p:nvPr/>
        </p:nvSpPr>
        <p:spPr>
          <a:xfrm xmlns:a="http://schemas.openxmlformats.org/drawingml/2006/main">
            <a:off x="990600" y="4152900"/>
            <a:ext cx="18097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Static command center prototype</a:t>
            </a:r>
          </a:p>
        </p:txBody>
      </p:sp>
      <p:sp>
        <p:nvSpPr>
          <p:cNvPr id="46" name="">
            <a:extLst xmlns:a="http://schemas.openxmlformats.org/drawingml/2006/main">
              <a:ext uri="{FF2B5EF4-FFF2-40B4-BE49-F238E27FC236}">
                <a16:creationId xmlns:a16="http://schemas.microsoft.com/office/drawing/2014/main" id="{61E7A445-7CD9-488C-8C52-3D99118A6A3B}"/>
              </a:ext>
            </a:extLst>
          </p:cNvPr>
          <p:cNvSpPr>
            <a:spLocks xmlns:a="http://schemas.openxmlformats.org/drawingml/2006/main" noGrp="1"/>
          </p:cNvSpPr>
          <p:nvPr/>
        </p:nvSpPr>
        <p:spPr>
          <a:xfrm xmlns:a="http://schemas.openxmlformats.org/drawingml/2006/main">
            <a:off x="3676650" y="2857500"/>
            <a:ext cx="1809750" cy="514350"/>
          </a:xfrm>
          <a:prstGeom xmlns:a="http://schemas.openxmlformats.org/drawingml/2006/main" prst="rect">
            <a:avLst/>
          </a:prstGeom>
          <a:solidFill xmlns:a="http://schemas.openxmlformats.org/drawingml/2006/main">
            <a:srgbClr val="6AA6B8"/>
          </a:solidFill>
        </p:spPr>
      </p:sp>
      <p:sp>
        <p:nvSpPr>
          <p:cNvPr id="47" name="">
            <a:extLst xmlns:a="http://schemas.openxmlformats.org/drawingml/2006/main">
              <a:ext uri="{FF2B5EF4-FFF2-40B4-BE49-F238E27FC236}">
                <a16:creationId xmlns:a16="http://schemas.microsoft.com/office/drawing/2014/main" id="{CD30E907-3A8A-4AC5-BD15-278EF945CF63}"/>
              </a:ext>
            </a:extLst>
          </p:cNvPr>
          <p:cNvSpPr>
            <a:spLocks xmlns:a="http://schemas.openxmlformats.org/drawingml/2006/main" noGrp="1"/>
          </p:cNvSpPr>
          <p:nvPr/>
        </p:nvSpPr>
        <p:spPr>
          <a:xfrm xmlns:a="http://schemas.openxmlformats.org/drawingml/2006/main">
            <a:off x="3848100" y="3028950"/>
            <a:ext cx="14668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200" b="1">
                <a:solidFill>
                  <a:srgbClr val="1A1D20"/>
                </a:solidFill>
                <a:latin typeface="Aptos"/>
                <a:ea typeface="Aptos"/>
                <a:cs typeface="Aptos"/>
              </a:defRPr>
            </a:pPr>
            <a:r>
              <a:rPr sz="1200" b="1">
                <a:solidFill>
                  <a:srgbClr val="1A1D20"/>
                </a:solidFill>
                <a:latin typeface="Aptos"/>
                <a:ea typeface="Aptos"/>
                <a:cs typeface="Aptos"/>
              </a:rPr>
              <a:t>Pilot</a:t>
            </a:r>
          </a:p>
        </p:txBody>
      </p:sp>
      <p:sp>
        <p:nvSpPr>
          <p:cNvPr id="48" name="">
            <a:extLst xmlns:a="http://schemas.openxmlformats.org/drawingml/2006/main">
              <a:ext uri="{FF2B5EF4-FFF2-40B4-BE49-F238E27FC236}">
                <a16:creationId xmlns:a16="http://schemas.microsoft.com/office/drawing/2014/main" id="{5CC71520-6EE6-4489-B8C7-CC782F282D42}"/>
              </a:ext>
            </a:extLst>
          </p:cNvPr>
          <p:cNvSpPr>
            <a:spLocks xmlns:a="http://schemas.openxmlformats.org/drawingml/2006/main" noGrp="1"/>
          </p:cNvSpPr>
          <p:nvPr/>
        </p:nvSpPr>
        <p:spPr>
          <a:xfrm xmlns:a="http://schemas.openxmlformats.org/drawingml/2006/main">
            <a:off x="5486400" y="3114675"/>
            <a:ext cx="876300" cy="0"/>
          </a:xfrm>
          <a:prstGeom xmlns:a="http://schemas.openxmlformats.org/drawingml/2006/main" prst="line">
            <a:avLst/>
          </a:prstGeom>
          <a:noFill xmlns:a="http://schemas.openxmlformats.org/drawingml/2006/main"/>
        </p:spPr>
      </p:sp>
      <p:sp>
        <p:nvSpPr>
          <p:cNvPr id="49" name="">
            <a:extLst xmlns:a="http://schemas.openxmlformats.org/drawingml/2006/main">
              <a:ext uri="{FF2B5EF4-FFF2-40B4-BE49-F238E27FC236}">
                <a16:creationId xmlns:a16="http://schemas.microsoft.com/office/drawing/2014/main" id="{9B1B8869-12FC-462C-8507-78D89915FD3F}"/>
              </a:ext>
            </a:extLst>
          </p:cNvPr>
          <p:cNvSpPr>
            <a:spLocks xmlns:a="http://schemas.openxmlformats.org/drawingml/2006/main" noGrp="1"/>
          </p:cNvSpPr>
          <p:nvPr/>
        </p:nvSpPr>
        <p:spPr>
          <a:xfrm xmlns:a="http://schemas.openxmlformats.org/drawingml/2006/main">
            <a:off x="3505200" y="3638550"/>
            <a:ext cx="2152650" cy="1066800"/>
          </a:xfrm>
          <a:prstGeom xmlns:a="http://schemas.openxmlformats.org/drawingml/2006/main" prst="rect">
            <a:avLst/>
          </a:prstGeom>
          <a:solidFill xmlns:a="http://schemas.openxmlformats.org/drawingml/2006/main">
            <a:srgbClr val="EDE6D8">
              <a:alpha val="5500"/>
            </a:srgbClr>
          </a:solidFill>
        </p:spPr>
      </p:sp>
      <p:sp>
        <p:nvSpPr>
          <p:cNvPr id="50" name="">
            <a:extLst xmlns:a="http://schemas.openxmlformats.org/drawingml/2006/main">
              <a:ext uri="{FF2B5EF4-FFF2-40B4-BE49-F238E27FC236}">
                <a16:creationId xmlns:a16="http://schemas.microsoft.com/office/drawing/2014/main" id="{A6263DAE-EE1C-4648-B598-2AD23DD09F76}"/>
              </a:ext>
            </a:extLst>
          </p:cNvPr>
          <p:cNvSpPr>
            <a:spLocks xmlns:a="http://schemas.openxmlformats.org/drawingml/2006/main" noGrp="1"/>
          </p:cNvSpPr>
          <p:nvPr/>
        </p:nvSpPr>
        <p:spPr>
          <a:xfrm xmlns:a="http://schemas.openxmlformats.org/drawingml/2006/main">
            <a:off x="3505200" y="3638550"/>
            <a:ext cx="38100" cy="1066800"/>
          </a:xfrm>
          <a:prstGeom xmlns:a="http://schemas.openxmlformats.org/drawingml/2006/main" prst="rect">
            <a:avLst/>
          </a:prstGeom>
          <a:solidFill xmlns:a="http://schemas.openxmlformats.org/drawingml/2006/main">
            <a:srgbClr val="6AA6B8"/>
          </a:solidFill>
        </p:spPr>
      </p:sp>
      <p:sp>
        <p:nvSpPr>
          <p:cNvPr id="51" name="">
            <a:extLst xmlns:a="http://schemas.openxmlformats.org/drawingml/2006/main">
              <a:ext uri="{FF2B5EF4-FFF2-40B4-BE49-F238E27FC236}">
                <a16:creationId xmlns:a16="http://schemas.microsoft.com/office/drawing/2014/main" id="{4B22BE53-67C3-4F9E-A993-E21FD1BF3B6F}"/>
              </a:ext>
            </a:extLst>
          </p:cNvPr>
          <p:cNvSpPr>
            <a:spLocks xmlns:a="http://schemas.openxmlformats.org/drawingml/2006/main" noGrp="1"/>
          </p:cNvSpPr>
          <p:nvPr/>
        </p:nvSpPr>
        <p:spPr>
          <a:xfrm xmlns:a="http://schemas.openxmlformats.org/drawingml/2006/main">
            <a:off x="3676650" y="3810000"/>
            <a:ext cx="180975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t/>
            </a:r>
          </a:p>
        </p:txBody>
      </p:sp>
      <p:sp>
        <p:nvSpPr>
          <p:cNvPr id="52" name="">
            <a:extLst xmlns:a="http://schemas.openxmlformats.org/drawingml/2006/main">
              <a:ext uri="{FF2B5EF4-FFF2-40B4-BE49-F238E27FC236}">
                <a16:creationId xmlns:a16="http://schemas.microsoft.com/office/drawing/2014/main" id="{C05E8551-08EB-43C9-B341-193DAAB0DBB7}"/>
              </a:ext>
            </a:extLst>
          </p:cNvPr>
          <p:cNvSpPr>
            <a:spLocks xmlns:a="http://schemas.openxmlformats.org/drawingml/2006/main" noGrp="1"/>
          </p:cNvSpPr>
          <p:nvPr/>
        </p:nvSpPr>
        <p:spPr>
          <a:xfrm xmlns:a="http://schemas.openxmlformats.org/drawingml/2006/main">
            <a:off x="3676650" y="4152900"/>
            <a:ext cx="18097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Connect volunteer check-ins and incident desk</a:t>
            </a:r>
          </a:p>
        </p:txBody>
      </p:sp>
      <p:sp>
        <p:nvSpPr>
          <p:cNvPr id="53" name="">
            <a:extLst xmlns:a="http://schemas.openxmlformats.org/drawingml/2006/main">
              <a:ext uri="{FF2B5EF4-FFF2-40B4-BE49-F238E27FC236}">
                <a16:creationId xmlns:a16="http://schemas.microsoft.com/office/drawing/2014/main" id="{5DBBAA89-7368-497C-96E9-58E1C23F7622}"/>
              </a:ext>
            </a:extLst>
          </p:cNvPr>
          <p:cNvSpPr>
            <a:spLocks xmlns:a="http://schemas.openxmlformats.org/drawingml/2006/main" noGrp="1"/>
          </p:cNvSpPr>
          <p:nvPr/>
        </p:nvSpPr>
        <p:spPr>
          <a:xfrm xmlns:a="http://schemas.openxmlformats.org/drawingml/2006/main">
            <a:off x="6362700" y="2857500"/>
            <a:ext cx="1809750" cy="514350"/>
          </a:xfrm>
          <a:prstGeom xmlns:a="http://schemas.openxmlformats.org/drawingml/2006/main" prst="rect">
            <a:avLst/>
          </a:prstGeom>
          <a:solidFill xmlns:a="http://schemas.openxmlformats.org/drawingml/2006/main">
            <a:srgbClr val="80A86B"/>
          </a:solidFill>
        </p:spPr>
      </p:sp>
      <p:sp>
        <p:nvSpPr>
          <p:cNvPr id="54" name="">
            <a:extLst xmlns:a="http://schemas.openxmlformats.org/drawingml/2006/main">
              <a:ext uri="{FF2B5EF4-FFF2-40B4-BE49-F238E27FC236}">
                <a16:creationId xmlns:a16="http://schemas.microsoft.com/office/drawing/2014/main" id="{8B9B72DC-B676-4496-A7DE-D320472EB608}"/>
              </a:ext>
            </a:extLst>
          </p:cNvPr>
          <p:cNvSpPr>
            <a:spLocks xmlns:a="http://schemas.openxmlformats.org/drawingml/2006/main" noGrp="1"/>
          </p:cNvSpPr>
          <p:nvPr/>
        </p:nvSpPr>
        <p:spPr>
          <a:xfrm xmlns:a="http://schemas.openxmlformats.org/drawingml/2006/main">
            <a:off x="6534150" y="3028950"/>
            <a:ext cx="14668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200" b="1">
                <a:solidFill>
                  <a:srgbClr val="1A1D20"/>
                </a:solidFill>
                <a:latin typeface="Aptos"/>
                <a:ea typeface="Aptos"/>
                <a:cs typeface="Aptos"/>
              </a:defRPr>
            </a:pPr>
            <a:r>
              <a:rPr sz="1200" b="1">
                <a:solidFill>
                  <a:srgbClr val="1A1D20"/>
                </a:solidFill>
                <a:latin typeface="Aptos"/>
                <a:ea typeface="Aptos"/>
                <a:cs typeface="Aptos"/>
              </a:rPr>
              <a:t>Scale</a:t>
            </a:r>
          </a:p>
        </p:txBody>
      </p:sp>
      <p:sp>
        <p:nvSpPr>
          <p:cNvPr id="55" name="">
            <a:extLst xmlns:a="http://schemas.openxmlformats.org/drawingml/2006/main">
              <a:ext uri="{FF2B5EF4-FFF2-40B4-BE49-F238E27FC236}">
                <a16:creationId xmlns:a16="http://schemas.microsoft.com/office/drawing/2014/main" id="{AF1A6F32-A7EE-4526-AEE7-209C453E91D9}"/>
              </a:ext>
            </a:extLst>
          </p:cNvPr>
          <p:cNvSpPr>
            <a:spLocks xmlns:a="http://schemas.openxmlformats.org/drawingml/2006/main" noGrp="1"/>
          </p:cNvSpPr>
          <p:nvPr/>
        </p:nvSpPr>
        <p:spPr>
          <a:xfrm xmlns:a="http://schemas.openxmlformats.org/drawingml/2006/main">
            <a:off x="8172450" y="3114675"/>
            <a:ext cx="876300" cy="0"/>
          </a:xfrm>
          <a:prstGeom xmlns:a="http://schemas.openxmlformats.org/drawingml/2006/main" prst="line">
            <a:avLst/>
          </a:prstGeom>
          <a:noFill xmlns:a="http://schemas.openxmlformats.org/drawingml/2006/main"/>
        </p:spPr>
      </p:sp>
      <p:sp>
        <p:nvSpPr>
          <p:cNvPr id="56" name="">
            <a:extLst xmlns:a="http://schemas.openxmlformats.org/drawingml/2006/main">
              <a:ext uri="{FF2B5EF4-FFF2-40B4-BE49-F238E27FC236}">
                <a16:creationId xmlns:a16="http://schemas.microsoft.com/office/drawing/2014/main" id="{F315C8CA-A1B1-4F41-A400-356FD06FB4AE}"/>
              </a:ext>
            </a:extLst>
          </p:cNvPr>
          <p:cNvSpPr>
            <a:spLocks xmlns:a="http://schemas.openxmlformats.org/drawingml/2006/main" noGrp="1"/>
          </p:cNvSpPr>
          <p:nvPr/>
        </p:nvSpPr>
        <p:spPr>
          <a:xfrm xmlns:a="http://schemas.openxmlformats.org/drawingml/2006/main">
            <a:off x="6191250" y="3638550"/>
            <a:ext cx="2152650" cy="1066800"/>
          </a:xfrm>
          <a:prstGeom xmlns:a="http://schemas.openxmlformats.org/drawingml/2006/main" prst="rect">
            <a:avLst/>
          </a:prstGeom>
          <a:solidFill xmlns:a="http://schemas.openxmlformats.org/drawingml/2006/main">
            <a:srgbClr val="EDE6D8">
              <a:alpha val="5500"/>
            </a:srgbClr>
          </a:solidFill>
        </p:spPr>
      </p:sp>
      <p:sp>
        <p:nvSpPr>
          <p:cNvPr id="57" name="">
            <a:extLst xmlns:a="http://schemas.openxmlformats.org/drawingml/2006/main">
              <a:ext uri="{FF2B5EF4-FFF2-40B4-BE49-F238E27FC236}">
                <a16:creationId xmlns:a16="http://schemas.microsoft.com/office/drawing/2014/main" id="{411D8169-CC47-4775-890E-9006AB7CFED4}"/>
              </a:ext>
            </a:extLst>
          </p:cNvPr>
          <p:cNvSpPr>
            <a:spLocks xmlns:a="http://schemas.openxmlformats.org/drawingml/2006/main" noGrp="1"/>
          </p:cNvSpPr>
          <p:nvPr/>
        </p:nvSpPr>
        <p:spPr>
          <a:xfrm xmlns:a="http://schemas.openxmlformats.org/drawingml/2006/main">
            <a:off x="6191250" y="3638550"/>
            <a:ext cx="38100" cy="1066800"/>
          </a:xfrm>
          <a:prstGeom xmlns:a="http://schemas.openxmlformats.org/drawingml/2006/main" prst="rect">
            <a:avLst/>
          </a:prstGeom>
          <a:solidFill xmlns:a="http://schemas.openxmlformats.org/drawingml/2006/main">
            <a:srgbClr val="80A86B"/>
          </a:solidFill>
        </p:spPr>
      </p:sp>
      <p:sp>
        <p:nvSpPr>
          <p:cNvPr id="58" name="">
            <a:extLst xmlns:a="http://schemas.openxmlformats.org/drawingml/2006/main">
              <a:ext uri="{FF2B5EF4-FFF2-40B4-BE49-F238E27FC236}">
                <a16:creationId xmlns:a16="http://schemas.microsoft.com/office/drawing/2014/main" id="{4F9F4A05-6F4E-4491-9829-0F1F96B620A1}"/>
              </a:ext>
            </a:extLst>
          </p:cNvPr>
          <p:cNvSpPr>
            <a:spLocks xmlns:a="http://schemas.openxmlformats.org/drawingml/2006/main" noGrp="1"/>
          </p:cNvSpPr>
          <p:nvPr/>
        </p:nvSpPr>
        <p:spPr>
          <a:xfrm xmlns:a="http://schemas.openxmlformats.org/drawingml/2006/main">
            <a:off x="6362700" y="3810000"/>
            <a:ext cx="180975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t/>
            </a:r>
          </a:p>
        </p:txBody>
      </p:sp>
      <p:sp>
        <p:nvSpPr>
          <p:cNvPr id="59" name="">
            <a:extLst xmlns:a="http://schemas.openxmlformats.org/drawingml/2006/main">
              <a:ext uri="{FF2B5EF4-FFF2-40B4-BE49-F238E27FC236}">
                <a16:creationId xmlns:a16="http://schemas.microsoft.com/office/drawing/2014/main" id="{13246C4D-C4D9-428C-BE9C-00C96EE8E861}"/>
              </a:ext>
            </a:extLst>
          </p:cNvPr>
          <p:cNvSpPr>
            <a:spLocks xmlns:a="http://schemas.openxmlformats.org/drawingml/2006/main" noGrp="1"/>
          </p:cNvSpPr>
          <p:nvPr/>
        </p:nvSpPr>
        <p:spPr>
          <a:xfrm xmlns:a="http://schemas.openxmlformats.org/drawingml/2006/main">
            <a:off x="6362700" y="4152900"/>
            <a:ext cx="18097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Add GIS density, CCTV analytics, bus GPS</a:t>
            </a:r>
          </a:p>
        </p:txBody>
      </p:sp>
      <p:sp>
        <p:nvSpPr>
          <p:cNvPr id="60" name="">
            <a:extLst xmlns:a="http://schemas.openxmlformats.org/drawingml/2006/main">
              <a:ext uri="{FF2B5EF4-FFF2-40B4-BE49-F238E27FC236}">
                <a16:creationId xmlns:a16="http://schemas.microsoft.com/office/drawing/2014/main" id="{3D2D5315-38B4-446D-B5B8-1B546305D704}"/>
              </a:ext>
            </a:extLst>
          </p:cNvPr>
          <p:cNvSpPr>
            <a:spLocks xmlns:a="http://schemas.openxmlformats.org/drawingml/2006/main" noGrp="1"/>
          </p:cNvSpPr>
          <p:nvPr/>
        </p:nvSpPr>
        <p:spPr>
          <a:xfrm xmlns:a="http://schemas.openxmlformats.org/drawingml/2006/main">
            <a:off x="9048750" y="2857500"/>
            <a:ext cx="1809750" cy="514350"/>
          </a:xfrm>
          <a:prstGeom xmlns:a="http://schemas.openxmlformats.org/drawingml/2006/main" prst="rect">
            <a:avLst/>
          </a:prstGeom>
          <a:solidFill xmlns:a="http://schemas.openxmlformats.org/drawingml/2006/main">
            <a:srgbClr val="C9963D"/>
          </a:solidFill>
        </p:spPr>
      </p:sp>
      <p:sp>
        <p:nvSpPr>
          <p:cNvPr id="61" name="">
            <a:extLst xmlns:a="http://schemas.openxmlformats.org/drawingml/2006/main">
              <a:ext uri="{FF2B5EF4-FFF2-40B4-BE49-F238E27FC236}">
                <a16:creationId xmlns:a16="http://schemas.microsoft.com/office/drawing/2014/main" id="{E7088F56-73E3-4741-9442-70EAC3560C60}"/>
              </a:ext>
            </a:extLst>
          </p:cNvPr>
          <p:cNvSpPr>
            <a:spLocks xmlns:a="http://schemas.openxmlformats.org/drawingml/2006/main" noGrp="1"/>
          </p:cNvSpPr>
          <p:nvPr/>
        </p:nvSpPr>
        <p:spPr>
          <a:xfrm xmlns:a="http://schemas.openxmlformats.org/drawingml/2006/main">
            <a:off x="9220200" y="3028950"/>
            <a:ext cx="14668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defRPr sz="1200" b="1">
                <a:solidFill>
                  <a:srgbClr val="1A1D20"/>
                </a:solidFill>
                <a:latin typeface="Aptos"/>
                <a:ea typeface="Aptos"/>
                <a:cs typeface="Aptos"/>
              </a:defRPr>
            </a:pPr>
            <a:r>
              <a:rPr sz="1200" b="1">
                <a:solidFill>
                  <a:srgbClr val="1A1D20"/>
                </a:solidFill>
                <a:latin typeface="Aptos"/>
                <a:ea typeface="Aptos"/>
                <a:cs typeface="Aptos"/>
              </a:rPr>
              <a:t>Operate</a:t>
            </a:r>
          </a:p>
        </p:txBody>
      </p:sp>
      <p:sp>
        <p:nvSpPr>
          <p:cNvPr id="62" name="">
            <a:extLst xmlns:a="http://schemas.openxmlformats.org/drawingml/2006/main">
              <a:ext uri="{FF2B5EF4-FFF2-40B4-BE49-F238E27FC236}">
                <a16:creationId xmlns:a16="http://schemas.microsoft.com/office/drawing/2014/main" id="{91394F30-7D24-431D-A152-57BA82B8692A}"/>
              </a:ext>
            </a:extLst>
          </p:cNvPr>
          <p:cNvSpPr>
            <a:spLocks xmlns:a="http://schemas.openxmlformats.org/drawingml/2006/main" noGrp="1"/>
          </p:cNvSpPr>
          <p:nvPr/>
        </p:nvSpPr>
        <p:spPr>
          <a:xfrm xmlns:a="http://schemas.openxmlformats.org/drawingml/2006/main">
            <a:off x="10858500" y="3114675"/>
            <a:ext cx="876300" cy="0"/>
          </a:xfrm>
          <a:prstGeom xmlns:a="http://schemas.openxmlformats.org/drawingml/2006/main" prst="line">
            <a:avLst/>
          </a:prstGeom>
          <a:noFill xmlns:a="http://schemas.openxmlformats.org/drawingml/2006/main"/>
        </p:spPr>
      </p:sp>
      <p:sp>
        <p:nvSpPr>
          <p:cNvPr id="63" name="">
            <a:extLst xmlns:a="http://schemas.openxmlformats.org/drawingml/2006/main">
              <a:ext uri="{FF2B5EF4-FFF2-40B4-BE49-F238E27FC236}">
                <a16:creationId xmlns:a16="http://schemas.microsoft.com/office/drawing/2014/main" id="{B27B3518-732E-4008-8B14-EF987D06DFFA}"/>
              </a:ext>
            </a:extLst>
          </p:cNvPr>
          <p:cNvSpPr>
            <a:spLocks xmlns:a="http://schemas.openxmlformats.org/drawingml/2006/main" noGrp="1"/>
          </p:cNvSpPr>
          <p:nvPr/>
        </p:nvSpPr>
        <p:spPr>
          <a:xfrm xmlns:a="http://schemas.openxmlformats.org/drawingml/2006/main">
            <a:off x="8877300" y="3638550"/>
            <a:ext cx="2152650" cy="1066800"/>
          </a:xfrm>
          <a:prstGeom xmlns:a="http://schemas.openxmlformats.org/drawingml/2006/main" prst="rect">
            <a:avLst/>
          </a:prstGeom>
          <a:solidFill xmlns:a="http://schemas.openxmlformats.org/drawingml/2006/main">
            <a:srgbClr val="EDE6D8">
              <a:alpha val="5500"/>
            </a:srgbClr>
          </a:solidFill>
        </p:spPr>
      </p:sp>
      <p:sp>
        <p:nvSpPr>
          <p:cNvPr id="64" name="">
            <a:extLst xmlns:a="http://schemas.openxmlformats.org/drawingml/2006/main">
              <a:ext uri="{FF2B5EF4-FFF2-40B4-BE49-F238E27FC236}">
                <a16:creationId xmlns:a16="http://schemas.microsoft.com/office/drawing/2014/main" id="{61119C63-9CBB-4CCE-8A7B-ADA1A4009701}"/>
              </a:ext>
            </a:extLst>
          </p:cNvPr>
          <p:cNvSpPr>
            <a:spLocks xmlns:a="http://schemas.openxmlformats.org/drawingml/2006/main" noGrp="1"/>
          </p:cNvSpPr>
          <p:nvPr/>
        </p:nvSpPr>
        <p:spPr>
          <a:xfrm xmlns:a="http://schemas.openxmlformats.org/drawingml/2006/main">
            <a:off x="8877300" y="3638550"/>
            <a:ext cx="38100" cy="1066800"/>
          </a:xfrm>
          <a:prstGeom xmlns:a="http://schemas.openxmlformats.org/drawingml/2006/main" prst="rect">
            <a:avLst/>
          </a:prstGeom>
          <a:solidFill xmlns:a="http://schemas.openxmlformats.org/drawingml/2006/main">
            <a:srgbClr val="C9963D"/>
          </a:solidFill>
        </p:spPr>
      </p:sp>
      <p:sp>
        <p:nvSpPr>
          <p:cNvPr id="65" name="">
            <a:extLst xmlns:a="http://schemas.openxmlformats.org/drawingml/2006/main">
              <a:ext uri="{FF2B5EF4-FFF2-40B4-BE49-F238E27FC236}">
                <a16:creationId xmlns:a16="http://schemas.microsoft.com/office/drawing/2014/main" id="{78937C90-1006-4462-A575-BB4B711281DD}"/>
              </a:ext>
            </a:extLst>
          </p:cNvPr>
          <p:cNvSpPr>
            <a:spLocks xmlns:a="http://schemas.openxmlformats.org/drawingml/2006/main" noGrp="1"/>
          </p:cNvSpPr>
          <p:nvPr/>
        </p:nvSpPr>
        <p:spPr>
          <a:xfrm xmlns:a="http://schemas.openxmlformats.org/drawingml/2006/main">
            <a:off x="9048750" y="3810000"/>
            <a:ext cx="180975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r>
              <a:t/>
            </a:r>
          </a:p>
        </p:txBody>
      </p:sp>
      <p:sp>
        <p:nvSpPr>
          <p:cNvPr id="66" name="">
            <a:extLst xmlns:a="http://schemas.openxmlformats.org/drawingml/2006/main">
              <a:ext uri="{FF2B5EF4-FFF2-40B4-BE49-F238E27FC236}">
                <a16:creationId xmlns:a16="http://schemas.microsoft.com/office/drawing/2014/main" id="{6CCA72AC-66E7-4C54-BAF7-1C1C70AD071E}"/>
              </a:ext>
            </a:extLst>
          </p:cNvPr>
          <p:cNvSpPr>
            <a:spLocks xmlns:a="http://schemas.openxmlformats.org/drawingml/2006/main" noGrp="1"/>
          </p:cNvSpPr>
          <p:nvPr/>
        </p:nvSpPr>
        <p:spPr>
          <a:xfrm xmlns:a="http://schemas.openxmlformats.org/drawingml/2006/main">
            <a:off x="9048750" y="4152900"/>
            <a:ext cx="18097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050" b="0">
                <a:solidFill>
                  <a:srgbClr val="A8A195"/>
                </a:solidFill>
                <a:latin typeface="Aptos"/>
                <a:ea typeface="Aptos"/>
                <a:cs typeface="Aptos"/>
              </a:defRPr>
            </a:pPr>
            <a:r>
              <a:rPr sz="1050" b="0">
                <a:solidFill>
                  <a:srgbClr val="A8A195"/>
                </a:solidFill>
                <a:latin typeface="Aptos"/>
                <a:ea typeface="Aptos"/>
                <a:cs typeface="Aptos"/>
              </a:rPr>
              <a:t>Role-based access, audit trail, dispatch integrations</a:t>
            </a:r>
          </a:p>
        </p:txBody>
      </p:sp>
      <p:sp>
        <p:nvSpPr>
          <p:cNvPr id="67" name="">
            <a:extLst xmlns:a="http://schemas.openxmlformats.org/drawingml/2006/main">
              <a:ext uri="{FF2B5EF4-FFF2-40B4-BE49-F238E27FC236}">
                <a16:creationId xmlns:a16="http://schemas.microsoft.com/office/drawing/2014/main" id="{E2B72BF9-637E-4D63-BA29-80CDD9A89076}"/>
              </a:ext>
            </a:extLst>
          </p:cNvPr>
          <p:cNvSpPr>
            <a:spLocks xmlns:a="http://schemas.openxmlformats.org/drawingml/2006/main" noGrp="1"/>
          </p:cNvSpPr>
          <p:nvPr/>
        </p:nvSpPr>
        <p:spPr>
          <a:xfrm xmlns:a="http://schemas.openxmlformats.org/drawingml/2006/main">
            <a:off x="685800" y="5334000"/>
            <a:ext cx="24765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1">
                <a:solidFill>
                  <a:srgbClr val="F5EFE3"/>
                </a:solidFill>
                <a:latin typeface="Aptos"/>
                <a:ea typeface="Aptos"/>
                <a:cs typeface="Aptos"/>
              </a:defRPr>
            </a:pPr>
            <a:r>
              <a:rPr sz="1350" b="1">
                <a:solidFill>
                  <a:srgbClr val="F5EFE3"/>
                </a:solidFill>
                <a:latin typeface="Aptos"/>
                <a:ea typeface="Aptos"/>
                <a:cs typeface="Aptos"/>
              </a:rPr>
              <a:t>Submission assets</a:t>
            </a:r>
          </a:p>
        </p:txBody>
      </p:sp>
      <p:sp>
        <p:nvSpPr>
          <p:cNvPr id="68" name="">
            <a:extLst xmlns:a="http://schemas.openxmlformats.org/drawingml/2006/main">
              <a:ext uri="{FF2B5EF4-FFF2-40B4-BE49-F238E27FC236}">
                <a16:creationId xmlns:a16="http://schemas.microsoft.com/office/drawing/2014/main" id="{78B46C35-0982-4269-BB2D-69F6238F280E}"/>
              </a:ext>
            </a:extLst>
          </p:cNvPr>
          <p:cNvSpPr>
            <a:spLocks xmlns:a="http://schemas.openxmlformats.org/drawingml/2006/main" noGrp="1"/>
          </p:cNvSpPr>
          <p:nvPr/>
        </p:nvSpPr>
        <p:spPr>
          <a:xfrm xmlns:a="http://schemas.openxmlformats.org/drawingml/2006/main">
            <a:off x="685800" y="5638800"/>
            <a:ext cx="72390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l">
              <a:defRPr sz="1350" b="0">
                <a:solidFill>
                  <a:srgbClr val="A8A195"/>
                </a:solidFill>
                <a:latin typeface="Aptos"/>
                <a:ea typeface="Aptos"/>
                <a:cs typeface="Aptos"/>
              </a:defRPr>
            </a:pPr>
            <a:r>
              <a:rPr sz="1350" b="0">
                <a:solidFill>
                  <a:srgbClr val="A8A195"/>
                </a:solidFill>
                <a:latin typeface="Aptos"/>
                <a:ea typeface="Aptos"/>
                <a:cs typeface="Aptos"/>
              </a:rPr>
              <a:t>GitHub repository · Vercel deployment · Editable PPT deck · Live local demo</a:t>
            </a:r>
          </a:p>
        </p:txBody>
      </p:sp>
    </p:spTree>
    <p:extLst>
      <p:ext uri="{BB962C8B-B14F-4D97-AF65-F5344CB8AC3E}">
        <p14:creationId xmlns:p14="http://schemas.microsoft.com/office/powerpoint/2010/main" val="20186087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2026-06-07T12:52:28.6180000Z</dcterms:created>
  <dcterms:modified xsi:type="dcterms:W3CDTF">2026-06-07T12:52:28.6180000Z</dcterms:modified>
</coreProperties>
</file>